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4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7" r:id="rId4"/>
    <p:sldMasterId id="2147483701" r:id="rId5"/>
  </p:sldMasterIdLst>
  <p:notesMasterIdLst>
    <p:notesMasterId r:id="rId18"/>
  </p:notesMasterIdLst>
  <p:sldIdLst>
    <p:sldId id="634" r:id="rId6"/>
    <p:sldId id="5568" r:id="rId7"/>
    <p:sldId id="5569" r:id="rId8"/>
    <p:sldId id="5571" r:id="rId9"/>
    <p:sldId id="5572" r:id="rId10"/>
    <p:sldId id="5573" r:id="rId11"/>
    <p:sldId id="5576" r:id="rId12"/>
    <p:sldId id="5575" r:id="rId13"/>
    <p:sldId id="5574" r:id="rId14"/>
    <p:sldId id="5577" r:id="rId15"/>
    <p:sldId id="5578" r:id="rId16"/>
    <p:sldId id="5579" r:id="rId17"/>
  </p:sldIdLst>
  <p:sldSz cx="9144000" cy="5143500" type="screen16x9"/>
  <p:notesSz cx="6858000" cy="9144000"/>
  <p:embeddedFontLst>
    <p:embeddedFont>
      <p:font typeface="Flanders Art Sans" panose="020B0604020202020204" charset="0"/>
      <p:regular r:id="rId19"/>
      <p:bold r:id="rId20"/>
      <p:italic r:id="rId21"/>
      <p:boldItalic r:id="rId22"/>
    </p:embeddedFont>
    <p:embeddedFont>
      <p:font typeface="FlandersArtSans-Regular" panose="00000500000000000000" pitchFamily="2" charset="0"/>
      <p:regular r:id="rId23"/>
    </p:embeddedFont>
    <p:embeddedFont>
      <p:font typeface="Helvetica" panose="020B0604020202020204" pitchFamily="34" charset="0"/>
      <p:regular r:id="rId24"/>
      <p:bold r:id="rId25"/>
      <p:italic r:id="rId26"/>
      <p:boldItalic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genda proposal" id="{DC0E1F87-818B-435A-8C55-9CFE15F9BE38}">
          <p14:sldIdLst>
            <p14:sldId id="634"/>
            <p14:sldId id="5568"/>
            <p14:sldId id="5569"/>
            <p14:sldId id="5571"/>
          </p14:sldIdLst>
        </p14:section>
        <p14:section name="Welcome (15min)" id="{2DDDF95E-93EA-4BE0-AEE3-01BA5FFEDF1E}">
          <p14:sldIdLst>
            <p14:sldId id="5572"/>
          </p14:sldIdLst>
        </p14:section>
        <p14:section name="Keynote Interoperable Europe (30min)" id="{E5714EA2-6881-466F-A4D5-A9E0D4E3B8A5}">
          <p14:sldIdLst>
            <p14:sldId id="5573"/>
          </p14:sldIdLst>
        </p14:section>
        <p14:section name="Next Gen EIF (30min)" id="{D1A16017-5643-45F3-95DC-61AB9552B153}">
          <p14:sldIdLst>
            <p14:sldId id="5576"/>
          </p14:sldIdLst>
        </p14:section>
        <p14:section name="Interopgids (30min)" id="{DDC2BB87-2784-40DD-9DF1-C8B65CB44CE3}">
          <p14:sldIdLst>
            <p14:sldId id="5575"/>
          </p14:sldIdLst>
        </p14:section>
        <p14:section name="Cases (30min)" id="{332453CB-DB08-42AA-8659-B7871064BD45}">
          <p14:sldIdLst>
            <p14:sldId id="5574"/>
            <p14:sldId id="5577"/>
            <p14:sldId id="5578"/>
          </p14:sldIdLst>
        </p14:section>
        <p14:section name="Wrap-up (15min)" id="{910B3DE6-8F73-46FF-A222-2E0E4606E44C}">
          <p14:sldIdLst>
            <p14:sldId id="55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eu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EEB"/>
    <a:srgbClr val="F7AD40"/>
    <a:srgbClr val="5AB29C"/>
    <a:srgbClr val="B34C90"/>
    <a:srgbClr val="94C35B"/>
    <a:srgbClr val="3065CB"/>
    <a:srgbClr val="2A6FD3"/>
    <a:srgbClr val="516A7F"/>
    <a:srgbClr val="ACB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5" dt="2026-10-13T09:07:14.768"/>
    <p1510:client id="{09F00310-9DC0-7435-538B-1D1B37C8EA37}" v="11" dt="2026-10-14T11:41:38.804"/>
    <p1510:client id="{865B5C88-6FD6-E3D7-F7DE-E283C9EB1AFE}" v="247" dt="2026-10-13T14:04:37.676"/>
    <p1510:client id="{8A6B33E6-9A0F-C311-02AB-C4263820AEA8}" v="4" dt="2026-10-14T13:26:53.318"/>
    <p1510:client id="{D0BDCC8E-FAF4-E513-8F60-4521C7D0CCB9}" v="561" dt="2026-10-13T09:00:16.211"/>
  </p1510:revLst>
</p1510:revInfo>
</file>

<file path=ppt/tableStyles.xml><?xml version="1.0" encoding="utf-8"?>
<a:tblStyleLst xmlns:a="http://schemas.openxmlformats.org/drawingml/2006/main" def="{9703C4AC-D76D-4FD5-9B55-D667427894AE}">
  <a:tblStyle styleId="{9703C4AC-D76D-4FD5-9B55-D667427894A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CE6"/>
          </a:solidFill>
        </a:fill>
      </a:tcStyle>
    </a:wholeTbl>
    <a:band1H>
      <a:tcTxStyle/>
      <a:tcStyle>
        <a:tcBdr/>
        <a:fill>
          <a:solidFill>
            <a:srgbClr val="FFF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F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2CC3B6D-8294-4D67-92CD-39B6E8F8AFF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E942C-93FE-47D0-9A48-674ED5E0A7FF}" type="datetimeFigureOut">
              <a:t>20/10/2026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4F73AF-322F-42A3-908B-EE9FDD3B37A5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30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46D8A-B3EF-237B-C891-9DCBAFCDE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3EAE3-2313-72E8-8ABB-90417A7C5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4AEF1-336F-9F20-AC40-4AD4E3F02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2124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AI-generated illustrative photograph of a fire hydrant.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floor&#10;&#10;Description automatically generated">
            <a:extLst>
              <a:ext uri="{FF2B5EF4-FFF2-40B4-BE49-F238E27FC236}">
                <a16:creationId xmlns:a16="http://schemas.microsoft.com/office/drawing/2014/main" id="{75FEB3F6-D760-4900-BFEC-8E377FF245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109" y="-10485"/>
            <a:ext cx="6749891" cy="5153985"/>
          </a:xfrm>
          <a:custGeom>
            <a:avLst/>
            <a:gdLst>
              <a:gd name="connsiteX0" fmla="*/ 0 w 8999854"/>
              <a:gd name="connsiteY0" fmla="*/ 0 h 6871980"/>
              <a:gd name="connsiteX1" fmla="*/ 6445616 w 8999854"/>
              <a:gd name="connsiteY1" fmla="*/ 0 h 6871980"/>
              <a:gd name="connsiteX2" fmla="*/ 8999854 w 8999854"/>
              <a:gd name="connsiteY2" fmla="*/ 1787025 h 6871980"/>
              <a:gd name="connsiteX3" fmla="*/ 8999854 w 8999854"/>
              <a:gd name="connsiteY3" fmla="*/ 5085019 h 6871980"/>
              <a:gd name="connsiteX4" fmla="*/ 6443798 w 8999854"/>
              <a:gd name="connsiteY4" fmla="*/ 6871980 h 6871980"/>
              <a:gd name="connsiteX5" fmla="*/ 6830 w 8999854"/>
              <a:gd name="connsiteY5" fmla="*/ 6871980 h 6871980"/>
              <a:gd name="connsiteX6" fmla="*/ 4911484 w 8999854"/>
              <a:gd name="connsiteY6" fmla="*/ 3436637 h 6871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99854" h="6871980">
                <a:moveTo>
                  <a:pt x="0" y="0"/>
                </a:moveTo>
                <a:lnTo>
                  <a:pt x="6445616" y="0"/>
                </a:lnTo>
                <a:lnTo>
                  <a:pt x="8999854" y="1787025"/>
                </a:lnTo>
                <a:lnTo>
                  <a:pt x="8999854" y="5085019"/>
                </a:lnTo>
                <a:lnTo>
                  <a:pt x="6443798" y="6871980"/>
                </a:lnTo>
                <a:lnTo>
                  <a:pt x="6830" y="6871980"/>
                </a:lnTo>
                <a:lnTo>
                  <a:pt x="4911484" y="3436637"/>
                </a:lnTo>
                <a:close/>
              </a:path>
            </a:pathLst>
          </a:cu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3318853-BD0A-4D4E-A23C-6F522A62419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43201" y="1695475"/>
            <a:ext cx="4370959" cy="1752550"/>
            <a:chOff x="5283199" y="2561298"/>
            <a:chExt cx="5764429" cy="2311266"/>
          </a:xfrm>
          <a:solidFill>
            <a:schemeClr val="accent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A10232D-0449-4823-B949-BB1487F93B15}"/>
                </a:ext>
              </a:extLst>
            </p:cNvPr>
            <p:cNvSpPr/>
            <p:nvPr/>
          </p:nvSpPr>
          <p:spPr>
            <a:xfrm>
              <a:off x="5283199" y="2561298"/>
              <a:ext cx="2773520" cy="2311266"/>
            </a:xfrm>
            <a:custGeom>
              <a:avLst/>
              <a:gdLst>
                <a:gd name="connsiteX0" fmla="*/ 2773520 w 2773520"/>
                <a:gd name="connsiteY0" fmla="*/ 141189 h 2311266"/>
                <a:gd name="connsiteX1" fmla="*/ 1983425 w 2773520"/>
                <a:gd name="connsiteY1" fmla="*/ 2311266 h 2311266"/>
                <a:gd name="connsiteX2" fmla="*/ 1596567 w 2773520"/>
                <a:gd name="connsiteY2" fmla="*/ 2170077 h 2311266"/>
                <a:gd name="connsiteX3" fmla="*/ 2386380 w 2773520"/>
                <a:gd name="connsiteY3" fmla="*/ 0 h 2311266"/>
                <a:gd name="connsiteX4" fmla="*/ 2773520 w 2773520"/>
                <a:gd name="connsiteY4" fmla="*/ 141189 h 2311266"/>
                <a:gd name="connsiteX5" fmla="*/ 1073603 w 2773520"/>
                <a:gd name="connsiteY5" fmla="*/ 497268 h 2311266"/>
                <a:gd name="connsiteX6" fmla="*/ 1312777 w 2773520"/>
                <a:gd name="connsiteY6" fmla="*/ 831886 h 2311266"/>
                <a:gd name="connsiteX7" fmla="*/ 717523 w 2773520"/>
                <a:gd name="connsiteY7" fmla="*/ 1248394 h 2311266"/>
                <a:gd name="connsiteX8" fmla="*/ 1314189 w 2773520"/>
                <a:gd name="connsiteY8" fmla="*/ 1666314 h 2311266"/>
                <a:gd name="connsiteX9" fmla="*/ 1076426 w 2773520"/>
                <a:gd name="connsiteY9" fmla="*/ 2000933 h 2311266"/>
                <a:gd name="connsiteX10" fmla="*/ 0 w 2773520"/>
                <a:gd name="connsiteY10" fmla="*/ 1248394 h 2311266"/>
                <a:gd name="connsiteX11" fmla="*/ 1073603 w 2773520"/>
                <a:gd name="connsiteY11" fmla="*/ 497268 h 231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73520" h="2311266">
                  <a:moveTo>
                    <a:pt x="2773520" y="141189"/>
                  </a:moveTo>
                  <a:lnTo>
                    <a:pt x="1983425" y="2311266"/>
                  </a:lnTo>
                  <a:lnTo>
                    <a:pt x="1596567" y="2170077"/>
                  </a:lnTo>
                  <a:lnTo>
                    <a:pt x="2386380" y="0"/>
                  </a:lnTo>
                  <a:lnTo>
                    <a:pt x="2773520" y="141189"/>
                  </a:lnTo>
                  <a:close/>
                  <a:moveTo>
                    <a:pt x="1073603" y="497268"/>
                  </a:moveTo>
                  <a:lnTo>
                    <a:pt x="1312777" y="831886"/>
                  </a:lnTo>
                  <a:lnTo>
                    <a:pt x="717523" y="1248394"/>
                  </a:lnTo>
                  <a:lnTo>
                    <a:pt x="1314189" y="1666314"/>
                  </a:lnTo>
                  <a:lnTo>
                    <a:pt x="1076426" y="2000933"/>
                  </a:lnTo>
                  <a:lnTo>
                    <a:pt x="0" y="1248394"/>
                  </a:lnTo>
                  <a:lnTo>
                    <a:pt x="1073603" y="497268"/>
                  </a:lnTo>
                  <a:close/>
                </a:path>
              </a:pathLst>
            </a:custGeom>
            <a:grpFill/>
            <a:ln w="282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350" b="0" i="0" u="none" strike="noStrike" kern="1200" cap="none" spc="0" normalizeH="0" baseline="0" noProof="0">
                <a:ln>
                  <a:noFill/>
                </a:ln>
                <a:solidFill>
                  <a:srgbClr val="373636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6AFAFFD-068B-411B-9924-4347AE8245BE}"/>
                </a:ext>
              </a:extLst>
            </p:cNvPr>
            <p:cNvSpPr/>
            <p:nvPr/>
          </p:nvSpPr>
          <p:spPr>
            <a:xfrm>
              <a:off x="9733439" y="2965098"/>
              <a:ext cx="1314189" cy="1503664"/>
            </a:xfrm>
            <a:custGeom>
              <a:avLst/>
              <a:gdLst>
                <a:gd name="connsiteX0" fmla="*/ 0 w 1314189"/>
                <a:gd name="connsiteY0" fmla="*/ 1169046 h 1503664"/>
                <a:gd name="connsiteX1" fmla="*/ 596666 w 1314189"/>
                <a:gd name="connsiteY1" fmla="*/ 751126 h 1503664"/>
                <a:gd name="connsiteX2" fmla="*/ 1412 w 1314189"/>
                <a:gd name="connsiteY2" fmla="*/ 334618 h 1503664"/>
                <a:gd name="connsiteX3" fmla="*/ 240586 w 1314189"/>
                <a:gd name="connsiteY3" fmla="*/ 0 h 1503664"/>
                <a:gd name="connsiteX4" fmla="*/ 1314189 w 1314189"/>
                <a:gd name="connsiteY4" fmla="*/ 751126 h 1503664"/>
                <a:gd name="connsiteX5" fmla="*/ 237763 w 1314189"/>
                <a:gd name="connsiteY5" fmla="*/ 1503665 h 150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4189" h="1503664">
                  <a:moveTo>
                    <a:pt x="0" y="1169046"/>
                  </a:moveTo>
                  <a:lnTo>
                    <a:pt x="596666" y="751126"/>
                  </a:lnTo>
                  <a:lnTo>
                    <a:pt x="1412" y="334618"/>
                  </a:lnTo>
                  <a:lnTo>
                    <a:pt x="240586" y="0"/>
                  </a:lnTo>
                  <a:lnTo>
                    <a:pt x="1314189" y="751126"/>
                  </a:lnTo>
                  <a:lnTo>
                    <a:pt x="237763" y="1503665"/>
                  </a:lnTo>
                  <a:close/>
                </a:path>
              </a:pathLst>
            </a:custGeom>
            <a:grpFill/>
            <a:ln w="282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350" b="0" i="0" u="none" strike="noStrike" kern="1200" cap="none" spc="0" normalizeH="0" baseline="0" noProof="0">
                <a:ln>
                  <a:noFill/>
                </a:ln>
                <a:solidFill>
                  <a:srgbClr val="373636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1EC1DC95-204C-4D90-AE62-E3AD462DE1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4175227"/>
            <a:ext cx="2589077" cy="65167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BD7A1FC-C9B7-4EF4-8B3E-1788213793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841" y="1099843"/>
            <a:ext cx="3102995" cy="1553901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nl-NL"/>
              <a:t>Titel</a:t>
            </a:r>
            <a:endParaRPr lang="nl-B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3EF43F9-C1BE-4A9F-B44B-5A3FC35C4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9841" y="2672212"/>
            <a:ext cx="3102995" cy="1091804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ONDERTITEL</a:t>
            </a:r>
          </a:p>
        </p:txBody>
      </p:sp>
      <p:sp>
        <p:nvSpPr>
          <p:cNvPr id="17" name="Tijdelijke aanduiding voor dianummer 5">
            <a:extLst>
              <a:ext uri="{FF2B5EF4-FFF2-40B4-BE49-F238E27FC236}">
                <a16:creationId xmlns:a16="http://schemas.microsoft.com/office/drawing/2014/main" id="{30DBCDA1-1C65-4A71-BA42-55F5DD4C5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5509" y="4758737"/>
            <a:ext cx="62865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1">
                <a:noFill/>
                <a:latin typeface="+mj-lt"/>
              </a:defRPr>
            </a:lvl1pPr>
          </a:lstStyle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42485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1AF5F86-7557-4EB3-B860-8DAC55C23C7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99232" y="0"/>
            <a:ext cx="6744768" cy="5143500"/>
          </a:xfrm>
          <a:custGeom>
            <a:avLst/>
            <a:gdLst>
              <a:gd name="connsiteX0" fmla="*/ 7067804 w 8993024"/>
              <a:gd name="connsiteY0" fmla="*/ 2668882 h 6858000"/>
              <a:gd name="connsiteX1" fmla="*/ 6825995 w 8993024"/>
              <a:gd name="connsiteY1" fmla="*/ 3007187 h 6858000"/>
              <a:gd name="connsiteX2" fmla="*/ 7427808 w 8993024"/>
              <a:gd name="connsiteY2" fmla="*/ 3428285 h 6858000"/>
              <a:gd name="connsiteX3" fmla="*/ 6824567 w 8993024"/>
              <a:gd name="connsiteY3" fmla="*/ 3850809 h 6858000"/>
              <a:gd name="connsiteX4" fmla="*/ 7064950 w 8993024"/>
              <a:gd name="connsiteY4" fmla="*/ 4189115 h 6858000"/>
              <a:gd name="connsiteX5" fmla="*/ 8153237 w 8993024"/>
              <a:gd name="connsiteY5" fmla="*/ 3428285 h 6858000"/>
              <a:gd name="connsiteX6" fmla="*/ 13151 w 8993024"/>
              <a:gd name="connsiteY6" fmla="*/ 0 h 6858000"/>
              <a:gd name="connsiteX7" fmla="*/ 6458768 w 8993024"/>
              <a:gd name="connsiteY7" fmla="*/ 0 h 6858000"/>
              <a:gd name="connsiteX8" fmla="*/ 8993024 w 8993024"/>
              <a:gd name="connsiteY8" fmla="*/ 1773045 h 6858000"/>
              <a:gd name="connsiteX9" fmla="*/ 8993024 w 8993024"/>
              <a:gd name="connsiteY9" fmla="*/ 5071039 h 6858000"/>
              <a:gd name="connsiteX10" fmla="*/ 6436968 w 8993024"/>
              <a:gd name="connsiteY10" fmla="*/ 6858000 h 6858000"/>
              <a:gd name="connsiteX11" fmla="*/ 0 w 8993024"/>
              <a:gd name="connsiteY11" fmla="*/ 6858000 h 6858000"/>
              <a:gd name="connsiteX12" fmla="*/ 4113308 w 8993024"/>
              <a:gd name="connsiteY12" fmla="*/ 3976936 h 6858000"/>
              <a:gd name="connsiteX13" fmla="*/ 3939451 w 8993024"/>
              <a:gd name="connsiteY13" fmla="*/ 4454621 h 6858000"/>
              <a:gd name="connsiteX14" fmla="*/ 4330572 w 8993024"/>
              <a:gd name="connsiteY14" fmla="*/ 4597366 h 6858000"/>
              <a:gd name="connsiteX15" fmla="*/ 4708157 w 8993024"/>
              <a:gd name="connsiteY15" fmla="*/ 3560289 h 6858000"/>
              <a:gd name="connsiteX16" fmla="*/ 4904654 w 8993024"/>
              <a:gd name="connsiteY16" fmla="*/ 3422658 h 6858000"/>
              <a:gd name="connsiteX17" fmla="*/ 4787988 w 8993024"/>
              <a:gd name="connsiteY17" fmla="*/ 3341024 h 6858000"/>
              <a:gd name="connsiteX18" fmla="*/ 5129372 w 8993024"/>
              <a:gd name="connsiteY18" fmla="*/ 2403378 h 6858000"/>
              <a:gd name="connsiteX19" fmla="*/ 4737966 w 8993024"/>
              <a:gd name="connsiteY19" fmla="*/ 2260633 h 6858000"/>
              <a:gd name="connsiteX20" fmla="*/ 4434717 w 8993024"/>
              <a:gd name="connsiteY20" fmla="*/ 309383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993024" h="6858000">
                <a:moveTo>
                  <a:pt x="7067804" y="2668882"/>
                </a:moveTo>
                <a:lnTo>
                  <a:pt x="6825995" y="3007187"/>
                </a:lnTo>
                <a:lnTo>
                  <a:pt x="7427808" y="3428285"/>
                </a:lnTo>
                <a:lnTo>
                  <a:pt x="6824567" y="3850809"/>
                </a:lnTo>
                <a:lnTo>
                  <a:pt x="7064950" y="4189115"/>
                </a:lnTo>
                <a:lnTo>
                  <a:pt x="8153237" y="3428285"/>
                </a:lnTo>
                <a:close/>
                <a:moveTo>
                  <a:pt x="13151" y="0"/>
                </a:moveTo>
                <a:lnTo>
                  <a:pt x="6458768" y="0"/>
                </a:lnTo>
                <a:lnTo>
                  <a:pt x="8993024" y="1773045"/>
                </a:lnTo>
                <a:lnTo>
                  <a:pt x="8993024" y="5071039"/>
                </a:lnTo>
                <a:lnTo>
                  <a:pt x="6436968" y="6858000"/>
                </a:lnTo>
                <a:lnTo>
                  <a:pt x="0" y="6858000"/>
                </a:lnTo>
                <a:lnTo>
                  <a:pt x="4113308" y="3976936"/>
                </a:lnTo>
                <a:lnTo>
                  <a:pt x="3939451" y="4454621"/>
                </a:lnTo>
                <a:lnTo>
                  <a:pt x="4330572" y="4597366"/>
                </a:lnTo>
                <a:lnTo>
                  <a:pt x="4708157" y="3560289"/>
                </a:lnTo>
                <a:lnTo>
                  <a:pt x="4904654" y="3422658"/>
                </a:lnTo>
                <a:lnTo>
                  <a:pt x="4787988" y="3341024"/>
                </a:lnTo>
                <a:lnTo>
                  <a:pt x="5129372" y="2403378"/>
                </a:lnTo>
                <a:lnTo>
                  <a:pt x="4737966" y="2260633"/>
                </a:lnTo>
                <a:lnTo>
                  <a:pt x="4434717" y="3093836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6D4B86-8480-40A8-8A0F-71E1A4A7D5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0" y="4176199"/>
            <a:ext cx="2589300" cy="6507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nl-BE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D7A1FC-C9B7-4EF4-8B3E-1788213793E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29841" y="1099843"/>
            <a:ext cx="3102995" cy="1553901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nl-NL"/>
              <a:t>Titel</a:t>
            </a:r>
            <a:endParaRPr lang="nl-B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3EF43F9-C1BE-4A9F-B44B-5A3FC35C4C6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9841" y="2672212"/>
            <a:ext cx="3102995" cy="1091804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ONDERTITEL</a:t>
            </a:r>
          </a:p>
        </p:txBody>
      </p:sp>
      <p:sp>
        <p:nvSpPr>
          <p:cNvPr id="17" name="Tijdelijke aanduiding voor dianummer 5">
            <a:extLst>
              <a:ext uri="{FF2B5EF4-FFF2-40B4-BE49-F238E27FC236}">
                <a16:creationId xmlns:a16="http://schemas.microsoft.com/office/drawing/2014/main" id="{30DBCDA1-1C65-4A71-BA42-55F5DD4C5826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7885509" y="4758737"/>
            <a:ext cx="62865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1">
                <a:noFill/>
                <a:latin typeface="+mj-lt"/>
              </a:defRPr>
            </a:lvl1pPr>
          </a:lstStyle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CF89028-B8A9-432B-AEE4-522BF661546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43201" y="1695475"/>
            <a:ext cx="4370959" cy="1752550"/>
            <a:chOff x="5283199" y="2561298"/>
            <a:chExt cx="5764429" cy="2311266"/>
          </a:xfrm>
          <a:solidFill>
            <a:schemeClr val="accent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44ABF9-A922-41DB-B40E-FBED7DDC28D8}"/>
                </a:ext>
              </a:extLst>
            </p:cNvPr>
            <p:cNvSpPr/>
            <p:nvPr/>
          </p:nvSpPr>
          <p:spPr>
            <a:xfrm>
              <a:off x="5283199" y="2561298"/>
              <a:ext cx="2773520" cy="2311266"/>
            </a:xfrm>
            <a:custGeom>
              <a:avLst/>
              <a:gdLst>
                <a:gd name="connsiteX0" fmla="*/ 2773520 w 2773520"/>
                <a:gd name="connsiteY0" fmla="*/ 141189 h 2311266"/>
                <a:gd name="connsiteX1" fmla="*/ 1983425 w 2773520"/>
                <a:gd name="connsiteY1" fmla="*/ 2311266 h 2311266"/>
                <a:gd name="connsiteX2" fmla="*/ 1596567 w 2773520"/>
                <a:gd name="connsiteY2" fmla="*/ 2170077 h 2311266"/>
                <a:gd name="connsiteX3" fmla="*/ 2386380 w 2773520"/>
                <a:gd name="connsiteY3" fmla="*/ 0 h 2311266"/>
                <a:gd name="connsiteX4" fmla="*/ 2773520 w 2773520"/>
                <a:gd name="connsiteY4" fmla="*/ 141189 h 2311266"/>
                <a:gd name="connsiteX5" fmla="*/ 1073603 w 2773520"/>
                <a:gd name="connsiteY5" fmla="*/ 497268 h 2311266"/>
                <a:gd name="connsiteX6" fmla="*/ 1312777 w 2773520"/>
                <a:gd name="connsiteY6" fmla="*/ 831886 h 2311266"/>
                <a:gd name="connsiteX7" fmla="*/ 717523 w 2773520"/>
                <a:gd name="connsiteY7" fmla="*/ 1248394 h 2311266"/>
                <a:gd name="connsiteX8" fmla="*/ 1314189 w 2773520"/>
                <a:gd name="connsiteY8" fmla="*/ 1666314 h 2311266"/>
                <a:gd name="connsiteX9" fmla="*/ 1076426 w 2773520"/>
                <a:gd name="connsiteY9" fmla="*/ 2000933 h 2311266"/>
                <a:gd name="connsiteX10" fmla="*/ 0 w 2773520"/>
                <a:gd name="connsiteY10" fmla="*/ 1248394 h 2311266"/>
                <a:gd name="connsiteX11" fmla="*/ 1073603 w 2773520"/>
                <a:gd name="connsiteY11" fmla="*/ 497268 h 231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73520" h="2311266">
                  <a:moveTo>
                    <a:pt x="2773520" y="141189"/>
                  </a:moveTo>
                  <a:lnTo>
                    <a:pt x="1983425" y="2311266"/>
                  </a:lnTo>
                  <a:lnTo>
                    <a:pt x="1596567" y="2170077"/>
                  </a:lnTo>
                  <a:lnTo>
                    <a:pt x="2386380" y="0"/>
                  </a:lnTo>
                  <a:lnTo>
                    <a:pt x="2773520" y="141189"/>
                  </a:lnTo>
                  <a:close/>
                  <a:moveTo>
                    <a:pt x="1073603" y="497268"/>
                  </a:moveTo>
                  <a:lnTo>
                    <a:pt x="1312777" y="831886"/>
                  </a:lnTo>
                  <a:lnTo>
                    <a:pt x="717523" y="1248394"/>
                  </a:lnTo>
                  <a:lnTo>
                    <a:pt x="1314189" y="1666314"/>
                  </a:lnTo>
                  <a:lnTo>
                    <a:pt x="1076426" y="2000933"/>
                  </a:lnTo>
                  <a:lnTo>
                    <a:pt x="0" y="1248394"/>
                  </a:lnTo>
                  <a:lnTo>
                    <a:pt x="1073603" y="497268"/>
                  </a:lnTo>
                  <a:close/>
                </a:path>
              </a:pathLst>
            </a:custGeom>
            <a:grpFill/>
            <a:ln w="282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350" b="0" i="0" u="none" strike="noStrike" kern="1200" cap="none" spc="0" normalizeH="0" baseline="0" noProof="0">
                <a:ln>
                  <a:noFill/>
                </a:ln>
                <a:solidFill>
                  <a:srgbClr val="373636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BDB72BE-4888-426D-ADA2-4D09ADA71B98}"/>
                </a:ext>
              </a:extLst>
            </p:cNvPr>
            <p:cNvSpPr/>
            <p:nvPr/>
          </p:nvSpPr>
          <p:spPr>
            <a:xfrm>
              <a:off x="9733439" y="2965098"/>
              <a:ext cx="1314189" cy="1503664"/>
            </a:xfrm>
            <a:custGeom>
              <a:avLst/>
              <a:gdLst>
                <a:gd name="connsiteX0" fmla="*/ 0 w 1314189"/>
                <a:gd name="connsiteY0" fmla="*/ 1169046 h 1503664"/>
                <a:gd name="connsiteX1" fmla="*/ 596666 w 1314189"/>
                <a:gd name="connsiteY1" fmla="*/ 751126 h 1503664"/>
                <a:gd name="connsiteX2" fmla="*/ 1412 w 1314189"/>
                <a:gd name="connsiteY2" fmla="*/ 334618 h 1503664"/>
                <a:gd name="connsiteX3" fmla="*/ 240586 w 1314189"/>
                <a:gd name="connsiteY3" fmla="*/ 0 h 1503664"/>
                <a:gd name="connsiteX4" fmla="*/ 1314189 w 1314189"/>
                <a:gd name="connsiteY4" fmla="*/ 751126 h 1503664"/>
                <a:gd name="connsiteX5" fmla="*/ 237763 w 1314189"/>
                <a:gd name="connsiteY5" fmla="*/ 1503665 h 150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4189" h="1503664">
                  <a:moveTo>
                    <a:pt x="0" y="1169046"/>
                  </a:moveTo>
                  <a:lnTo>
                    <a:pt x="596666" y="751126"/>
                  </a:lnTo>
                  <a:lnTo>
                    <a:pt x="1412" y="334618"/>
                  </a:lnTo>
                  <a:lnTo>
                    <a:pt x="240586" y="0"/>
                  </a:lnTo>
                  <a:lnTo>
                    <a:pt x="1314189" y="751126"/>
                  </a:lnTo>
                  <a:lnTo>
                    <a:pt x="237763" y="1503665"/>
                  </a:lnTo>
                  <a:close/>
                </a:path>
              </a:pathLst>
            </a:custGeom>
            <a:grpFill/>
            <a:ln w="282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350" b="0" i="0" u="none" strike="noStrike" kern="1200" cap="none" spc="0" normalizeH="0" baseline="0" noProof="0">
                <a:ln>
                  <a:noFill/>
                </a:ln>
                <a:solidFill>
                  <a:srgbClr val="373636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702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47D6E984-9E7D-4BA3-B3F3-986CC7F1D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5509" y="4758737"/>
            <a:ext cx="62865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1">
                <a:noFill/>
                <a:latin typeface="+mj-lt"/>
              </a:defRPr>
            </a:lvl1pPr>
          </a:lstStyle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869AC77-F5E2-4205-93FD-B5CEDCE245C5}"/>
              </a:ext>
            </a:extLst>
          </p:cNvPr>
          <p:cNvSpPr/>
          <p:nvPr userDrawn="1"/>
        </p:nvSpPr>
        <p:spPr>
          <a:xfrm>
            <a:off x="0" y="1"/>
            <a:ext cx="6178217" cy="5143499"/>
          </a:xfrm>
          <a:custGeom>
            <a:avLst/>
            <a:gdLst>
              <a:gd name="connsiteX0" fmla="*/ 0 w 8237622"/>
              <a:gd name="connsiteY0" fmla="*/ 0 h 6857999"/>
              <a:gd name="connsiteX1" fmla="*/ 5883438 w 8237622"/>
              <a:gd name="connsiteY1" fmla="*/ 0 h 6857999"/>
              <a:gd name="connsiteX2" fmla="*/ 8237622 w 8237622"/>
              <a:gd name="connsiteY2" fmla="*/ 6857999 h 6857999"/>
              <a:gd name="connsiteX3" fmla="*/ 0 w 8237622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7622" h="6857999">
                <a:moveTo>
                  <a:pt x="0" y="0"/>
                </a:moveTo>
                <a:lnTo>
                  <a:pt x="5883438" y="0"/>
                </a:lnTo>
                <a:lnTo>
                  <a:pt x="8237622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824B98A-4944-4791-8FF5-6261333FFD9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12640" y="178"/>
            <a:ext cx="4731360" cy="5143322"/>
          </a:xfrm>
          <a:custGeom>
            <a:avLst/>
            <a:gdLst>
              <a:gd name="connsiteX0" fmla="*/ 0 w 6308480"/>
              <a:gd name="connsiteY0" fmla="*/ 0 h 6857762"/>
              <a:gd name="connsiteX1" fmla="*/ 6300924 w 6308480"/>
              <a:gd name="connsiteY1" fmla="*/ 2727 h 6857762"/>
              <a:gd name="connsiteX2" fmla="*/ 6308480 w 6308480"/>
              <a:gd name="connsiteY2" fmla="*/ 6857762 h 6857762"/>
              <a:gd name="connsiteX3" fmla="*/ 2354102 w 6308480"/>
              <a:gd name="connsiteY3" fmla="*/ 6857762 h 6857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08480" h="6857762">
                <a:moveTo>
                  <a:pt x="0" y="0"/>
                </a:moveTo>
                <a:lnTo>
                  <a:pt x="6300924" y="2727"/>
                </a:lnTo>
                <a:cubicBezTo>
                  <a:pt x="6303442" y="2283102"/>
                  <a:pt x="6305962" y="4577387"/>
                  <a:pt x="6308480" y="6857762"/>
                </a:cubicBezTo>
                <a:lnTo>
                  <a:pt x="2354102" y="6857762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accent4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Klik</a:t>
            </a:r>
            <a:r>
              <a:rPr lang="en-US"/>
              <a:t> op </a:t>
            </a:r>
            <a:r>
              <a:rPr lang="en-US" err="1"/>
              <a:t>icoon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foto</a:t>
            </a:r>
            <a:r>
              <a:rPr lang="en-US"/>
              <a:t> (min </a:t>
            </a:r>
            <a:r>
              <a:rPr lang="nl-BE"/>
              <a:t>resolutie </a:t>
            </a:r>
            <a:r>
              <a:rPr lang="en-US"/>
              <a:t>72 DPI</a:t>
            </a:r>
            <a:r>
              <a:rPr lang="nl-BE"/>
              <a:t>)</a:t>
            </a:r>
          </a:p>
        </p:txBody>
      </p: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3901EBF6-9C92-4604-B424-1D155695A7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474" y="3735788"/>
            <a:ext cx="4032513" cy="1014986"/>
          </a:xfrm>
          <a:prstGeom prst="rect">
            <a:avLst/>
          </a:prstGeom>
        </p:spPr>
      </p:pic>
      <p:sp>
        <p:nvSpPr>
          <p:cNvPr id="14" name="Titel 1">
            <a:extLst>
              <a:ext uri="{FF2B5EF4-FFF2-40B4-BE49-F238E27FC236}">
                <a16:creationId xmlns:a16="http://schemas.microsoft.com/office/drawing/2014/main" id="{AA6B26EB-8EC5-48E2-BD48-A8DC394BE7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842" y="943585"/>
            <a:ext cx="3942159" cy="1553901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nl-NL"/>
              <a:t>Titel</a:t>
            </a:r>
            <a:endParaRPr lang="nl-BE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6F182A54-4BEE-4AF0-9435-44D0360326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842" y="2515954"/>
            <a:ext cx="3942159" cy="1091804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380137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Titel +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CB5FAE03-95F2-4223-8FC6-421130D4435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79296" y="0"/>
            <a:ext cx="8964704" cy="51435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accent4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Klik</a:t>
            </a:r>
            <a:r>
              <a:rPr lang="en-US"/>
              <a:t> op </a:t>
            </a:r>
            <a:r>
              <a:rPr lang="en-US" err="1"/>
              <a:t>icoon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foto</a:t>
            </a:r>
            <a:r>
              <a:rPr lang="en-US"/>
              <a:t> (min </a:t>
            </a:r>
            <a:r>
              <a:rPr lang="nl-BE"/>
              <a:t>resolutie </a:t>
            </a:r>
            <a:r>
              <a:rPr lang="en-US"/>
              <a:t>72 DPI</a:t>
            </a:r>
            <a:r>
              <a:rPr lang="nl-BE"/>
              <a:t>)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9BFD846F-A868-446F-BAFF-61F80655D1C2}"/>
              </a:ext>
            </a:extLst>
          </p:cNvPr>
          <p:cNvSpPr/>
          <p:nvPr userDrawn="1"/>
        </p:nvSpPr>
        <p:spPr>
          <a:xfrm>
            <a:off x="1" y="0"/>
            <a:ext cx="179294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DFAF4955-2C26-4D99-A507-76ED35E0B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5509" y="4758737"/>
            <a:ext cx="62865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1">
                <a:noFill/>
                <a:latin typeface="+mj-lt"/>
              </a:defRPr>
            </a:lvl1pPr>
          </a:lstStyle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  <p:sp>
        <p:nvSpPr>
          <p:cNvPr id="3" name="Tijdelijke aanduiding voor tekst 3">
            <a:extLst>
              <a:ext uri="{FF2B5EF4-FFF2-40B4-BE49-F238E27FC236}">
                <a16:creationId xmlns:a16="http://schemas.microsoft.com/office/drawing/2014/main" id="{C3CEDB31-424E-4E78-B055-9D8DABF577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44801" y="3268980"/>
            <a:ext cx="5299201" cy="1029577"/>
          </a:xfrm>
          <a:solidFill>
            <a:srgbClr val="FFEB00"/>
          </a:solidFill>
        </p:spPr>
        <p:txBody>
          <a:bodyPr lIns="216000" tIns="216000" rIns="792000" bIns="216000" anchor="ctr">
            <a:norm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buFontTx/>
              <a:buNone/>
              <a:defRPr lang="nl-NL" sz="36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85783" rtl="0" eaLnBrk="1" latinLnBrk="0" hangingPunct="1">
              <a:buFontTx/>
              <a:buNone/>
              <a:defRPr lang="nl-NL" sz="28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783" rtl="0" eaLnBrk="1" latinLnBrk="0" hangingPunct="1">
              <a:buFontTx/>
              <a:buNone/>
              <a:defRPr lang="nl-NL" sz="28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783" rtl="0" eaLnBrk="1" latinLnBrk="0" hangingPunct="1">
              <a:buFontTx/>
              <a:buNone/>
              <a:defRPr lang="nl-NL" sz="28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783" rtl="0" eaLnBrk="1" latinLnBrk="0" hangingPunct="1">
              <a:buFontTx/>
              <a:buNone/>
              <a:defRPr lang="nl-BE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nl-NL"/>
              <a:t>Subtitel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9999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Titel Pat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BFC7578-D2D4-4FD7-94D4-249E9425DBA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-1" y="1"/>
            <a:ext cx="9144002" cy="5143500"/>
            <a:chOff x="705255" y="97277"/>
            <a:chExt cx="5836597" cy="3283085"/>
          </a:xfrm>
          <a:noFill/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57D20F1A-942E-467D-8FEB-0AB9D32F865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45731" t="42477" r="51216" b="51808"/>
            <a:stretch/>
          </p:blipFill>
          <p:spPr>
            <a:xfrm>
              <a:off x="705255" y="97277"/>
              <a:ext cx="5836597" cy="3283084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EF2BBE1E-1590-446B-8050-39CE8A2F4E2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48318" t="42477" r="48629" b="51808"/>
            <a:stretch/>
          </p:blipFill>
          <p:spPr>
            <a:xfrm flipH="1">
              <a:off x="705255" y="97277"/>
              <a:ext cx="5836597" cy="3283085"/>
            </a:xfrm>
            <a:prstGeom prst="rect">
              <a:avLst/>
            </a:prstGeom>
          </p:spPr>
        </p:pic>
      </p:grpSp>
      <p:sp>
        <p:nvSpPr>
          <p:cNvPr id="3" name="Tijdelijke aanduiding voor tekst 3">
            <a:extLst>
              <a:ext uri="{FF2B5EF4-FFF2-40B4-BE49-F238E27FC236}">
                <a16:creationId xmlns:a16="http://schemas.microsoft.com/office/drawing/2014/main" id="{C3CEDB31-424E-4E78-B055-9D8DABF577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44801" y="3268980"/>
            <a:ext cx="5299201" cy="1029577"/>
          </a:xfrm>
          <a:solidFill>
            <a:srgbClr val="FFEB00"/>
          </a:solidFill>
        </p:spPr>
        <p:txBody>
          <a:bodyPr lIns="216000" tIns="216000" rIns="792000" bIns="216000" anchor="ctr">
            <a:normAutofit/>
          </a:bodyPr>
          <a:lstStyle>
            <a:lvl1pPr marL="0" indent="0" algn="l" defTabSz="685783" rtl="0" eaLnBrk="1" latinLnBrk="0" hangingPunct="1">
              <a:lnSpc>
                <a:spcPct val="100000"/>
              </a:lnSpc>
              <a:buFontTx/>
              <a:buNone/>
              <a:defRPr lang="nl-NL" sz="36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85783" rtl="0" eaLnBrk="1" latinLnBrk="0" hangingPunct="1">
              <a:buFontTx/>
              <a:buNone/>
              <a:defRPr lang="nl-NL" sz="28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783" rtl="0" eaLnBrk="1" latinLnBrk="0" hangingPunct="1">
              <a:buFontTx/>
              <a:buNone/>
              <a:defRPr lang="nl-NL" sz="28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783" rtl="0" eaLnBrk="1" latinLnBrk="0" hangingPunct="1">
              <a:buFontTx/>
              <a:buNone/>
              <a:defRPr lang="nl-NL" sz="28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783" rtl="0" eaLnBrk="1" latinLnBrk="0" hangingPunct="1">
              <a:buFontTx/>
              <a:buNone/>
              <a:defRPr lang="nl-BE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nl-NL"/>
              <a:t>Subtitel</a:t>
            </a:r>
            <a:endParaRPr lang="nl-BE"/>
          </a:p>
        </p:txBody>
      </p:sp>
      <p:sp>
        <p:nvSpPr>
          <p:cNvPr id="6" name="Rechthoek 6">
            <a:extLst>
              <a:ext uri="{FF2B5EF4-FFF2-40B4-BE49-F238E27FC236}">
                <a16:creationId xmlns:a16="http://schemas.microsoft.com/office/drawing/2014/main" id="{E423B54A-434E-4870-B2F2-5857F82B4E2C}"/>
              </a:ext>
            </a:extLst>
          </p:cNvPr>
          <p:cNvSpPr/>
          <p:nvPr userDrawn="1"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EC89C4FA-B0E4-4823-BF2A-0719B0506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5509" y="4758737"/>
            <a:ext cx="62865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1">
                <a:noFill/>
                <a:latin typeface="+mj-lt"/>
              </a:defRPr>
            </a:lvl1pPr>
          </a:lstStyle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2010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12BA3-1A59-4106-AB0B-121C907F4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C52538-1FF6-4A48-B824-17232198D1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47F7F-BD98-45A3-9CB5-738FC09F80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7BE2456B-919F-4C28-B6F2-477203DFD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94197"/>
            <a:ext cx="7886700" cy="343852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777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oven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088BA-50E3-453A-B4A0-8CCF8ED49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459" y="552265"/>
            <a:ext cx="7886700" cy="527633"/>
          </a:xfrm>
          <a:prstGeom prst="rect">
            <a:avLst/>
          </a:prstGeom>
        </p:spPr>
        <p:txBody>
          <a:bodyPr anchor="t"/>
          <a:lstStyle>
            <a:lvl1pPr>
              <a:defRPr/>
            </a:lvl1pPr>
          </a:lstStyle>
          <a:p>
            <a:r>
              <a:rPr lang="nl-NL"/>
              <a:t>Hoofdtitel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9A00E47-68C0-4DBD-AB0F-CD7342B025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1194197"/>
            <a:ext cx="7886700" cy="3438525"/>
          </a:xfrm>
        </p:spPr>
        <p:txBody>
          <a:bodyPr/>
          <a:lstStyle>
            <a:lvl1pPr>
              <a:defRPr u="none"/>
            </a:lvl1pPr>
          </a:lstStyle>
          <a:p>
            <a:pPr lvl="0"/>
            <a:r>
              <a:rPr lang="nl-NL"/>
              <a:t>Eerste niveau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EBF8E1-91F2-4E4B-AF7C-1A2084AB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EA04B5B-B226-4E77-B512-C407B06E7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t>‹nr.›</a:t>
            </a:fld>
            <a:endParaRPr lang="nl-BE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F45857B-E452-48F1-B0B6-4B82FEC46E0F}"/>
              </a:ext>
            </a:extLst>
          </p:cNvPr>
          <p:cNvSpPr/>
          <p:nvPr userDrawn="1"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  <p:sp>
        <p:nvSpPr>
          <p:cNvPr id="12" name="Tijdelijke aanduiding voor tekst 9">
            <a:extLst>
              <a:ext uri="{FF2B5EF4-FFF2-40B4-BE49-F238E27FC236}">
                <a16:creationId xmlns:a16="http://schemas.microsoft.com/office/drawing/2014/main" id="{C8409B7C-6B97-4FAC-AD35-6F8F386B3C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460" y="276225"/>
            <a:ext cx="7886699" cy="276039"/>
          </a:xfrm>
        </p:spPr>
        <p:txBody>
          <a:bodyPr anchor="ctr">
            <a:normAutofit/>
          </a:bodyPr>
          <a:lstStyle>
            <a:lvl1pPr>
              <a:defRPr sz="1500" b="0" u="none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BOVENTITEL</a:t>
            </a:r>
          </a:p>
        </p:txBody>
      </p:sp>
    </p:spTree>
    <p:extLst>
      <p:ext uri="{BB962C8B-B14F-4D97-AF65-F5344CB8AC3E}">
        <p14:creationId xmlns:p14="http://schemas.microsoft.com/office/powerpoint/2010/main" val="120313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BACB4-A827-476B-A480-75BFBEF64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C9F335-3273-4667-AD8D-2C4BE24F14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B5C17-7629-4682-8F5F-4423A21D77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232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ov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088BA-50E3-453A-B4A0-8CCF8ED49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459" y="552265"/>
            <a:ext cx="7886700" cy="527633"/>
          </a:xfrm>
          <a:prstGeom prst="rect">
            <a:avLst/>
          </a:prstGeom>
        </p:spPr>
        <p:txBody>
          <a:bodyPr anchor="t"/>
          <a:lstStyle>
            <a:lvl1pPr>
              <a:defRPr/>
            </a:lvl1pPr>
          </a:lstStyle>
          <a:p>
            <a:r>
              <a:rPr lang="nl-NL"/>
              <a:t>Hoofdtitel</a:t>
            </a:r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EBF8E1-91F2-4E4B-AF7C-1A2084AB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EA04B5B-B226-4E77-B512-C407B06E7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t>‹nr.›</a:t>
            </a:fld>
            <a:endParaRPr lang="nl-BE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F45857B-E452-48F1-B0B6-4B82FEC46E0F}"/>
              </a:ext>
            </a:extLst>
          </p:cNvPr>
          <p:cNvSpPr/>
          <p:nvPr userDrawn="1"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  <p:sp>
        <p:nvSpPr>
          <p:cNvPr id="12" name="Tijdelijke aanduiding voor tekst 9">
            <a:extLst>
              <a:ext uri="{FF2B5EF4-FFF2-40B4-BE49-F238E27FC236}">
                <a16:creationId xmlns:a16="http://schemas.microsoft.com/office/drawing/2014/main" id="{C8409B7C-6B97-4FAC-AD35-6F8F386B3C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460" y="276225"/>
            <a:ext cx="7886699" cy="276039"/>
          </a:xfrm>
        </p:spPr>
        <p:txBody>
          <a:bodyPr anchor="ctr">
            <a:normAutofit/>
          </a:bodyPr>
          <a:lstStyle>
            <a:lvl1pPr>
              <a:defRPr sz="1500" b="0" u="none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BOVENTITEL</a:t>
            </a:r>
          </a:p>
        </p:txBody>
      </p:sp>
    </p:spTree>
    <p:extLst>
      <p:ext uri="{BB962C8B-B14F-4D97-AF65-F5344CB8AC3E}">
        <p14:creationId xmlns:p14="http://schemas.microsoft.com/office/powerpoint/2010/main" val="89329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ussentitel + 2 Inhou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EBF8E1-91F2-4E4B-AF7C-1A2084AB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EA04B5B-B226-4E77-B512-C407B06E7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t>‹nr.›</a:t>
            </a:fld>
            <a:endParaRPr lang="nl-BE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F45857B-E452-48F1-B0B6-4B82FEC46E0F}"/>
              </a:ext>
            </a:extLst>
          </p:cNvPr>
          <p:cNvSpPr/>
          <p:nvPr userDrawn="1"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  <p:sp>
        <p:nvSpPr>
          <p:cNvPr id="8" name="Rechthoek 3">
            <a:extLst>
              <a:ext uri="{FF2B5EF4-FFF2-40B4-BE49-F238E27FC236}">
                <a16:creationId xmlns:a16="http://schemas.microsoft.com/office/drawing/2014/main" id="{23AF26AC-5CFB-4F6D-8A70-31DC3394C2C5}"/>
              </a:ext>
            </a:extLst>
          </p:cNvPr>
          <p:cNvSpPr/>
          <p:nvPr userDrawn="1"/>
        </p:nvSpPr>
        <p:spPr>
          <a:xfrm>
            <a:off x="629841" y="1194197"/>
            <a:ext cx="3787037" cy="345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chemeClr val="tx1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516FA6D-8E9F-4C9C-BA50-CC09DCED40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7688" y="1428592"/>
            <a:ext cx="3411342" cy="583676"/>
          </a:xfrm>
        </p:spPr>
        <p:txBody>
          <a:bodyPr anchor="b">
            <a:no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0A25B-699D-4D15-BC83-0201815D2734}"/>
              </a:ext>
            </a:extLst>
          </p:cNvPr>
          <p:cNvSpPr/>
          <p:nvPr userDrawn="1"/>
        </p:nvSpPr>
        <p:spPr>
          <a:xfrm>
            <a:off x="2407400" y="2231401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566FEB3-9583-4476-870F-8970126321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089" y="2504535"/>
            <a:ext cx="3412541" cy="1992600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28" name="Rechthoek 3">
            <a:extLst>
              <a:ext uri="{FF2B5EF4-FFF2-40B4-BE49-F238E27FC236}">
                <a16:creationId xmlns:a16="http://schemas.microsoft.com/office/drawing/2014/main" id="{18679EBA-25DF-47AF-B66A-ADB4C0B50434}"/>
              </a:ext>
            </a:extLst>
          </p:cNvPr>
          <p:cNvSpPr/>
          <p:nvPr userDrawn="1"/>
        </p:nvSpPr>
        <p:spPr>
          <a:xfrm>
            <a:off x="4727123" y="1194197"/>
            <a:ext cx="3787037" cy="345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chemeClr val="tx1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7D3C742E-7030-4C09-A4E2-EE5560A92F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14970" y="1428592"/>
            <a:ext cx="3411342" cy="583676"/>
          </a:xfrm>
        </p:spPr>
        <p:txBody>
          <a:bodyPr anchor="b">
            <a:no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CC130F-4C58-4918-8A26-AD95CBCEBBB9}"/>
              </a:ext>
            </a:extLst>
          </p:cNvPr>
          <p:cNvSpPr/>
          <p:nvPr userDrawn="1"/>
        </p:nvSpPr>
        <p:spPr>
          <a:xfrm>
            <a:off x="6504682" y="2231401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2319D7C0-B552-49BD-9175-92D787A5496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14371" y="2504535"/>
            <a:ext cx="3412541" cy="1992600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B402254C-B322-4B4A-8A90-0B23A940D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459" y="552265"/>
            <a:ext cx="7886700" cy="527633"/>
          </a:xfrm>
          <a:prstGeom prst="rect">
            <a:avLst/>
          </a:prstGeom>
        </p:spPr>
        <p:txBody>
          <a:bodyPr anchor="t"/>
          <a:lstStyle>
            <a:lvl1pPr>
              <a:defRPr/>
            </a:lvl1pPr>
          </a:lstStyle>
          <a:p>
            <a:r>
              <a:rPr lang="nl-NL"/>
              <a:t>Hoofdtitel</a:t>
            </a:r>
            <a:endParaRPr lang="nl-BE"/>
          </a:p>
        </p:txBody>
      </p:sp>
      <p:sp>
        <p:nvSpPr>
          <p:cNvPr id="17" name="Tijdelijke aanduiding voor tekst 9">
            <a:extLst>
              <a:ext uri="{FF2B5EF4-FFF2-40B4-BE49-F238E27FC236}">
                <a16:creationId xmlns:a16="http://schemas.microsoft.com/office/drawing/2014/main" id="{59EEA2BC-5754-457F-AE68-3991568A9F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460" y="276225"/>
            <a:ext cx="7886699" cy="276039"/>
          </a:xfrm>
        </p:spPr>
        <p:txBody>
          <a:bodyPr anchor="ctr">
            <a:normAutofit/>
          </a:bodyPr>
          <a:lstStyle>
            <a:lvl1pPr>
              <a:defRPr sz="1500" b="0" u="none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BOVENTITEL</a:t>
            </a:r>
          </a:p>
        </p:txBody>
      </p:sp>
    </p:spTree>
    <p:extLst>
      <p:ext uri="{BB962C8B-B14F-4D97-AF65-F5344CB8AC3E}">
        <p14:creationId xmlns:p14="http://schemas.microsoft.com/office/powerpoint/2010/main" val="1857465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ussentitel + 3 Inhou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EBF8E1-91F2-4E4B-AF7C-1A2084AB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EA04B5B-B226-4E77-B512-C407B06E7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t>‹nr.›</a:t>
            </a:fld>
            <a:endParaRPr lang="nl-BE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F45857B-E452-48F1-B0B6-4B82FEC46E0F}"/>
              </a:ext>
            </a:extLst>
          </p:cNvPr>
          <p:cNvSpPr/>
          <p:nvPr userDrawn="1"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  <p:sp>
        <p:nvSpPr>
          <p:cNvPr id="8" name="Rechthoek 3">
            <a:extLst>
              <a:ext uri="{FF2B5EF4-FFF2-40B4-BE49-F238E27FC236}">
                <a16:creationId xmlns:a16="http://schemas.microsoft.com/office/drawing/2014/main" id="{23AF26AC-5CFB-4F6D-8A70-31DC3394C2C5}"/>
              </a:ext>
            </a:extLst>
          </p:cNvPr>
          <p:cNvSpPr/>
          <p:nvPr userDrawn="1"/>
        </p:nvSpPr>
        <p:spPr>
          <a:xfrm>
            <a:off x="629841" y="1183483"/>
            <a:ext cx="2430000" cy="34670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chemeClr val="tx1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9" name="Rechthoek 3">
            <a:extLst>
              <a:ext uri="{FF2B5EF4-FFF2-40B4-BE49-F238E27FC236}">
                <a16:creationId xmlns:a16="http://schemas.microsoft.com/office/drawing/2014/main" id="{1786B4DD-87B3-4870-B63C-2B803B4906F0}"/>
              </a:ext>
            </a:extLst>
          </p:cNvPr>
          <p:cNvSpPr/>
          <p:nvPr userDrawn="1"/>
        </p:nvSpPr>
        <p:spPr>
          <a:xfrm>
            <a:off x="3357000" y="1183483"/>
            <a:ext cx="2430000" cy="34670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rgbClr val="373636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10" name="Rechthoek 3">
            <a:extLst>
              <a:ext uri="{FF2B5EF4-FFF2-40B4-BE49-F238E27FC236}">
                <a16:creationId xmlns:a16="http://schemas.microsoft.com/office/drawing/2014/main" id="{892CD43D-9369-47DC-A190-4DABB5F648B9}"/>
              </a:ext>
            </a:extLst>
          </p:cNvPr>
          <p:cNvSpPr/>
          <p:nvPr userDrawn="1"/>
        </p:nvSpPr>
        <p:spPr>
          <a:xfrm>
            <a:off x="6084159" y="1194198"/>
            <a:ext cx="2430000" cy="34670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rgbClr val="373636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516FA6D-8E9F-4C9C-BA50-CC09DCED40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0376" y="1428592"/>
            <a:ext cx="2188931" cy="583676"/>
          </a:xfrm>
        </p:spPr>
        <p:txBody>
          <a:bodyPr anchor="b">
            <a:no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903B434-F0DF-4A38-AD25-1AC6AC8F30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7535" y="1428592"/>
            <a:ext cx="2188931" cy="583676"/>
          </a:xfrm>
        </p:spPr>
        <p:txBody>
          <a:bodyPr anchor="b">
            <a:no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4F757132-B6AF-4A2B-9F9B-07AB94E88C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04694" y="1439307"/>
            <a:ext cx="2188931" cy="583676"/>
          </a:xfrm>
        </p:spPr>
        <p:txBody>
          <a:bodyPr anchor="b">
            <a:no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0A25B-699D-4D15-BC83-0201815D2734}"/>
              </a:ext>
            </a:extLst>
          </p:cNvPr>
          <p:cNvSpPr/>
          <p:nvPr userDrawn="1"/>
        </p:nvSpPr>
        <p:spPr>
          <a:xfrm>
            <a:off x="1728568" y="2231401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5DD0C0-8DD0-4CF1-A9DC-5F39B9B29250}"/>
              </a:ext>
            </a:extLst>
          </p:cNvPr>
          <p:cNvSpPr/>
          <p:nvPr userDrawn="1"/>
        </p:nvSpPr>
        <p:spPr>
          <a:xfrm>
            <a:off x="4366084" y="2231401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47A5D2-E535-4929-8474-B0DFBDAC3AAA}"/>
              </a:ext>
            </a:extLst>
          </p:cNvPr>
          <p:cNvSpPr/>
          <p:nvPr userDrawn="1"/>
        </p:nvSpPr>
        <p:spPr>
          <a:xfrm>
            <a:off x="7182886" y="2242116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566FEB3-9583-4476-870F-8970126321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50376" y="2504535"/>
            <a:ext cx="2189700" cy="1992600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EB0C5E13-305D-4093-8357-BB356F02F7B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76765" y="2504535"/>
            <a:ext cx="2189700" cy="1992600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A9B79223-F299-4F48-B8EE-17FF3C2046E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03155" y="2504535"/>
            <a:ext cx="2189700" cy="1992600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EACFD26D-5C2D-4D4C-BF5B-D87C120620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459" y="552265"/>
            <a:ext cx="7886700" cy="527633"/>
          </a:xfrm>
          <a:prstGeom prst="rect">
            <a:avLst/>
          </a:prstGeom>
        </p:spPr>
        <p:txBody>
          <a:bodyPr anchor="t"/>
          <a:lstStyle>
            <a:lvl1pPr>
              <a:defRPr/>
            </a:lvl1pPr>
          </a:lstStyle>
          <a:p>
            <a:r>
              <a:rPr lang="nl-NL"/>
              <a:t>Hoofdtitel</a:t>
            </a:r>
            <a:endParaRPr lang="nl-BE"/>
          </a:p>
        </p:txBody>
      </p:sp>
      <p:sp>
        <p:nvSpPr>
          <p:cNvPr id="22" name="Tijdelijke aanduiding voor tekst 9">
            <a:extLst>
              <a:ext uri="{FF2B5EF4-FFF2-40B4-BE49-F238E27FC236}">
                <a16:creationId xmlns:a16="http://schemas.microsoft.com/office/drawing/2014/main" id="{CC9879FD-0861-47BA-AB16-D81A3B7D1A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460" y="276225"/>
            <a:ext cx="7886699" cy="276039"/>
          </a:xfrm>
        </p:spPr>
        <p:txBody>
          <a:bodyPr anchor="ctr">
            <a:normAutofit/>
          </a:bodyPr>
          <a:lstStyle>
            <a:lvl1pPr>
              <a:defRPr sz="1500" b="0" u="none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BOVENTITEL</a:t>
            </a:r>
          </a:p>
        </p:txBody>
      </p:sp>
    </p:spTree>
    <p:extLst>
      <p:ext uri="{BB962C8B-B14F-4D97-AF65-F5344CB8AC3E}">
        <p14:creationId xmlns:p14="http://schemas.microsoft.com/office/powerpoint/2010/main" val="3032535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ussentitel + 4 Inhou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EBF8E1-91F2-4E4B-AF7C-1A2084AB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EA04B5B-B226-4E77-B512-C407B06E7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t>‹nr.›</a:t>
            </a:fld>
            <a:endParaRPr lang="nl-BE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F45857B-E452-48F1-B0B6-4B82FEC46E0F}"/>
              </a:ext>
            </a:extLst>
          </p:cNvPr>
          <p:cNvSpPr/>
          <p:nvPr userDrawn="1"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  <p:sp>
        <p:nvSpPr>
          <p:cNvPr id="8" name="Rechthoek 3">
            <a:extLst>
              <a:ext uri="{FF2B5EF4-FFF2-40B4-BE49-F238E27FC236}">
                <a16:creationId xmlns:a16="http://schemas.microsoft.com/office/drawing/2014/main" id="{23AF26AC-5CFB-4F6D-8A70-31DC3394C2C5}"/>
              </a:ext>
            </a:extLst>
          </p:cNvPr>
          <p:cNvSpPr/>
          <p:nvPr userDrawn="1"/>
        </p:nvSpPr>
        <p:spPr>
          <a:xfrm>
            <a:off x="629841" y="1194197"/>
            <a:ext cx="1892923" cy="345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chemeClr val="tx1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516FA6D-8E9F-4C9C-BA50-CC09DCED40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4545" y="1428592"/>
            <a:ext cx="1705134" cy="583676"/>
          </a:xfrm>
        </p:spPr>
        <p:txBody>
          <a:bodyPr anchor="b">
            <a:no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0A25B-699D-4D15-BC83-0201815D2734}"/>
              </a:ext>
            </a:extLst>
          </p:cNvPr>
          <p:cNvSpPr/>
          <p:nvPr userDrawn="1"/>
        </p:nvSpPr>
        <p:spPr>
          <a:xfrm>
            <a:off x="1468508" y="2231401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566FEB3-9583-4476-870F-8970126321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4243" y="2504535"/>
            <a:ext cx="1705733" cy="1992600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1" name="Rechthoek 3">
            <a:extLst>
              <a:ext uri="{FF2B5EF4-FFF2-40B4-BE49-F238E27FC236}">
                <a16:creationId xmlns:a16="http://schemas.microsoft.com/office/drawing/2014/main" id="{D42E061E-4CC4-43FD-8005-B1BD5D905DC0}"/>
              </a:ext>
            </a:extLst>
          </p:cNvPr>
          <p:cNvSpPr/>
          <p:nvPr userDrawn="1"/>
        </p:nvSpPr>
        <p:spPr>
          <a:xfrm>
            <a:off x="2626974" y="1194197"/>
            <a:ext cx="1892923" cy="345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chemeClr val="tx1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72" name="Text Placeholder 16">
            <a:extLst>
              <a:ext uri="{FF2B5EF4-FFF2-40B4-BE49-F238E27FC236}">
                <a16:creationId xmlns:a16="http://schemas.microsoft.com/office/drawing/2014/main" id="{4E3C6674-DD01-47E9-A10E-D853334741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721677" y="1428592"/>
            <a:ext cx="1705134" cy="583676"/>
          </a:xfrm>
        </p:spPr>
        <p:txBody>
          <a:bodyPr anchor="b">
            <a:no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B184C01-EC21-4F1C-A40F-CE7D84CD102F}"/>
              </a:ext>
            </a:extLst>
          </p:cNvPr>
          <p:cNvSpPr/>
          <p:nvPr userDrawn="1"/>
        </p:nvSpPr>
        <p:spPr>
          <a:xfrm>
            <a:off x="3465640" y="2231401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74" name="Text Placeholder 20">
            <a:extLst>
              <a:ext uri="{FF2B5EF4-FFF2-40B4-BE49-F238E27FC236}">
                <a16:creationId xmlns:a16="http://schemas.microsoft.com/office/drawing/2014/main" id="{55EDD25B-4655-4241-B02F-A9D898AFDA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721375" y="2504535"/>
            <a:ext cx="1705733" cy="1992600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5" name="Rechthoek 3">
            <a:extLst>
              <a:ext uri="{FF2B5EF4-FFF2-40B4-BE49-F238E27FC236}">
                <a16:creationId xmlns:a16="http://schemas.microsoft.com/office/drawing/2014/main" id="{25E21064-3834-4788-B957-C622E24DCF38}"/>
              </a:ext>
            </a:extLst>
          </p:cNvPr>
          <p:cNvSpPr/>
          <p:nvPr userDrawn="1"/>
        </p:nvSpPr>
        <p:spPr>
          <a:xfrm>
            <a:off x="4624106" y="1194197"/>
            <a:ext cx="1892923" cy="345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chemeClr val="tx1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76" name="Text Placeholder 16">
            <a:extLst>
              <a:ext uri="{FF2B5EF4-FFF2-40B4-BE49-F238E27FC236}">
                <a16:creationId xmlns:a16="http://schemas.microsoft.com/office/drawing/2014/main" id="{6350B18A-4C7A-4978-BED9-F8CA3F7851C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18810" y="1428592"/>
            <a:ext cx="1705134" cy="583676"/>
          </a:xfrm>
        </p:spPr>
        <p:txBody>
          <a:bodyPr anchor="b">
            <a:no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4149926-AEB6-41AF-B225-2B03505D5B8D}"/>
              </a:ext>
            </a:extLst>
          </p:cNvPr>
          <p:cNvSpPr/>
          <p:nvPr userDrawn="1"/>
        </p:nvSpPr>
        <p:spPr>
          <a:xfrm>
            <a:off x="5462773" y="2231401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78" name="Text Placeholder 20">
            <a:extLst>
              <a:ext uri="{FF2B5EF4-FFF2-40B4-BE49-F238E27FC236}">
                <a16:creationId xmlns:a16="http://schemas.microsoft.com/office/drawing/2014/main" id="{CBE57870-6B13-4436-9AB0-B45ACC23401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718507" y="2504535"/>
            <a:ext cx="1705733" cy="1992600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9" name="Rechthoek 3">
            <a:extLst>
              <a:ext uri="{FF2B5EF4-FFF2-40B4-BE49-F238E27FC236}">
                <a16:creationId xmlns:a16="http://schemas.microsoft.com/office/drawing/2014/main" id="{8C77416B-B3AD-4D67-B6D2-4ACF2DD6EDD0}"/>
              </a:ext>
            </a:extLst>
          </p:cNvPr>
          <p:cNvSpPr/>
          <p:nvPr userDrawn="1"/>
        </p:nvSpPr>
        <p:spPr>
          <a:xfrm>
            <a:off x="6621237" y="1194197"/>
            <a:ext cx="1892923" cy="345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chemeClr val="tx1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80" name="Text Placeholder 16">
            <a:extLst>
              <a:ext uri="{FF2B5EF4-FFF2-40B4-BE49-F238E27FC236}">
                <a16:creationId xmlns:a16="http://schemas.microsoft.com/office/drawing/2014/main" id="{852EF0F1-F093-4E8C-A7D2-5130A61B0E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15941" y="1428592"/>
            <a:ext cx="1705134" cy="583676"/>
          </a:xfrm>
        </p:spPr>
        <p:txBody>
          <a:bodyPr anchor="b">
            <a:no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96AA952-17E9-41F2-A71E-4A8199C2B745}"/>
              </a:ext>
            </a:extLst>
          </p:cNvPr>
          <p:cNvSpPr/>
          <p:nvPr userDrawn="1"/>
        </p:nvSpPr>
        <p:spPr>
          <a:xfrm>
            <a:off x="7459904" y="2231401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82" name="Text Placeholder 20">
            <a:extLst>
              <a:ext uri="{FF2B5EF4-FFF2-40B4-BE49-F238E27FC236}">
                <a16:creationId xmlns:a16="http://schemas.microsoft.com/office/drawing/2014/main" id="{6FF71E5F-F651-4629-9C5E-3DE7139EE63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15639" y="2504535"/>
            <a:ext cx="1705733" cy="1992600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41E833E3-11DC-491F-9B58-E6B30A34C1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459" y="552265"/>
            <a:ext cx="7886700" cy="527633"/>
          </a:xfrm>
          <a:prstGeom prst="rect">
            <a:avLst/>
          </a:prstGeom>
        </p:spPr>
        <p:txBody>
          <a:bodyPr anchor="t"/>
          <a:lstStyle>
            <a:lvl1pPr>
              <a:defRPr/>
            </a:lvl1pPr>
          </a:lstStyle>
          <a:p>
            <a:r>
              <a:rPr lang="nl-NL"/>
              <a:t>Hoofdtitel</a:t>
            </a:r>
            <a:endParaRPr lang="nl-BE"/>
          </a:p>
        </p:txBody>
      </p:sp>
      <p:sp>
        <p:nvSpPr>
          <p:cNvPr id="24" name="Tijdelijke aanduiding voor tekst 9">
            <a:extLst>
              <a:ext uri="{FF2B5EF4-FFF2-40B4-BE49-F238E27FC236}">
                <a16:creationId xmlns:a16="http://schemas.microsoft.com/office/drawing/2014/main" id="{73F24D1F-09B5-4D12-AAE2-ED1A62D13F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460" y="276225"/>
            <a:ext cx="7886699" cy="276039"/>
          </a:xfrm>
        </p:spPr>
        <p:txBody>
          <a:bodyPr anchor="ctr">
            <a:normAutofit/>
          </a:bodyPr>
          <a:lstStyle>
            <a:lvl1pPr>
              <a:defRPr sz="1500" b="0" u="none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BOVENTITEL</a:t>
            </a:r>
          </a:p>
        </p:txBody>
      </p:sp>
    </p:spTree>
    <p:extLst>
      <p:ext uri="{BB962C8B-B14F-4D97-AF65-F5344CB8AC3E}">
        <p14:creationId xmlns:p14="http://schemas.microsoft.com/office/powerpoint/2010/main" val="371692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ussentitel + 2 Inhoud/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EBF8E1-91F2-4E4B-AF7C-1A2084AB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EA04B5B-B226-4E77-B512-C407B06E7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t>‹nr.›</a:t>
            </a:fld>
            <a:endParaRPr lang="nl-BE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F45857B-E452-48F1-B0B6-4B82FEC46E0F}"/>
              </a:ext>
            </a:extLst>
          </p:cNvPr>
          <p:cNvSpPr/>
          <p:nvPr userDrawn="1"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  <p:sp>
        <p:nvSpPr>
          <p:cNvPr id="8" name="Rechthoek 3">
            <a:extLst>
              <a:ext uri="{FF2B5EF4-FFF2-40B4-BE49-F238E27FC236}">
                <a16:creationId xmlns:a16="http://schemas.microsoft.com/office/drawing/2014/main" id="{23AF26AC-5CFB-4F6D-8A70-31DC3394C2C5}"/>
              </a:ext>
            </a:extLst>
          </p:cNvPr>
          <p:cNvSpPr/>
          <p:nvPr userDrawn="1"/>
        </p:nvSpPr>
        <p:spPr>
          <a:xfrm>
            <a:off x="629841" y="1194197"/>
            <a:ext cx="3787037" cy="345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chemeClr val="tx1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28" name="Rechthoek 3">
            <a:extLst>
              <a:ext uri="{FF2B5EF4-FFF2-40B4-BE49-F238E27FC236}">
                <a16:creationId xmlns:a16="http://schemas.microsoft.com/office/drawing/2014/main" id="{18679EBA-25DF-47AF-B66A-ADB4C0B50434}"/>
              </a:ext>
            </a:extLst>
          </p:cNvPr>
          <p:cNvSpPr/>
          <p:nvPr userDrawn="1"/>
        </p:nvSpPr>
        <p:spPr>
          <a:xfrm>
            <a:off x="4727123" y="1194197"/>
            <a:ext cx="3787037" cy="345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chemeClr val="tx1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B402254C-B322-4B4A-8A90-0B23A940D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459" y="552265"/>
            <a:ext cx="7886700" cy="527633"/>
          </a:xfrm>
          <a:prstGeom prst="rect">
            <a:avLst/>
          </a:prstGeom>
        </p:spPr>
        <p:txBody>
          <a:bodyPr anchor="t"/>
          <a:lstStyle>
            <a:lvl1pPr>
              <a:defRPr/>
            </a:lvl1pPr>
          </a:lstStyle>
          <a:p>
            <a:r>
              <a:rPr lang="nl-NL"/>
              <a:t>Hoofdtitel</a:t>
            </a:r>
            <a:endParaRPr lang="nl-BE"/>
          </a:p>
        </p:txBody>
      </p:sp>
      <p:sp>
        <p:nvSpPr>
          <p:cNvPr id="17" name="Tijdelijke aanduiding voor tekst 9">
            <a:extLst>
              <a:ext uri="{FF2B5EF4-FFF2-40B4-BE49-F238E27FC236}">
                <a16:creationId xmlns:a16="http://schemas.microsoft.com/office/drawing/2014/main" id="{59EEA2BC-5754-457F-AE68-3991568A9F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460" y="276225"/>
            <a:ext cx="7886699" cy="276039"/>
          </a:xfrm>
        </p:spPr>
        <p:txBody>
          <a:bodyPr anchor="ctr">
            <a:normAutofit/>
          </a:bodyPr>
          <a:lstStyle>
            <a:lvl1pPr>
              <a:defRPr sz="1500" b="0" u="none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BOVENTITEL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6BDB17C-9B6D-48F9-9348-2AEF34DB30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6959" y="1964036"/>
            <a:ext cx="3412800" cy="583676"/>
          </a:xfrm>
        </p:spPr>
        <p:txBody>
          <a:bodyPr anchor="b">
            <a:norm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D495D0-3B93-43AE-B288-1723A0705626}"/>
              </a:ext>
            </a:extLst>
          </p:cNvPr>
          <p:cNvSpPr/>
          <p:nvPr userDrawn="1"/>
        </p:nvSpPr>
        <p:spPr>
          <a:xfrm>
            <a:off x="2407400" y="2662070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A69D1F81-2F1B-47B2-A28E-09C0F783B2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6959" y="2830429"/>
            <a:ext cx="3412800" cy="1582796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22" name="Online Image Placeholder 16">
            <a:extLst>
              <a:ext uri="{FF2B5EF4-FFF2-40B4-BE49-F238E27FC236}">
                <a16:creationId xmlns:a16="http://schemas.microsoft.com/office/drawing/2014/main" id="{222CE1EE-23F9-4FCE-86F0-7F96545E4E63}"/>
              </a:ext>
            </a:extLst>
          </p:cNvPr>
          <p:cNvSpPr>
            <a:spLocks noGrp="1"/>
          </p:cNvSpPr>
          <p:nvPr>
            <p:ph type="clipArt" sz="quarter" idx="27" hasCustomPrompt="1"/>
          </p:nvPr>
        </p:nvSpPr>
        <p:spPr>
          <a:xfrm>
            <a:off x="2185859" y="1285875"/>
            <a:ext cx="675000" cy="675000"/>
          </a:xfrm>
        </p:spPr>
        <p:txBody>
          <a:bodyPr/>
          <a:lstStyle/>
          <a:p>
            <a:r>
              <a:rPr lang="nl-BE"/>
              <a:t> 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0D1A054-6415-47DE-9B16-10035EB530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914242" y="1964036"/>
            <a:ext cx="3412800" cy="583676"/>
          </a:xfrm>
        </p:spPr>
        <p:txBody>
          <a:bodyPr anchor="b">
            <a:norm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6D2007-47ED-45A4-9F12-A18B0C9ED417}"/>
              </a:ext>
            </a:extLst>
          </p:cNvPr>
          <p:cNvSpPr/>
          <p:nvPr userDrawn="1"/>
        </p:nvSpPr>
        <p:spPr>
          <a:xfrm>
            <a:off x="6504683" y="2662070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B0A96B7A-60C9-490B-B4EE-D049BC61C56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914242" y="2830429"/>
            <a:ext cx="3412800" cy="1582796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26" name="Online Image Placeholder 16">
            <a:extLst>
              <a:ext uri="{FF2B5EF4-FFF2-40B4-BE49-F238E27FC236}">
                <a16:creationId xmlns:a16="http://schemas.microsoft.com/office/drawing/2014/main" id="{343900B9-5A27-4A34-9EA3-52EAA216C361}"/>
              </a:ext>
            </a:extLst>
          </p:cNvPr>
          <p:cNvSpPr>
            <a:spLocks noGrp="1"/>
          </p:cNvSpPr>
          <p:nvPr>
            <p:ph type="clipArt" sz="quarter" idx="30" hasCustomPrompt="1"/>
          </p:nvPr>
        </p:nvSpPr>
        <p:spPr>
          <a:xfrm>
            <a:off x="6283142" y="1285875"/>
            <a:ext cx="675000" cy="675000"/>
          </a:xfrm>
        </p:spPr>
        <p:txBody>
          <a:bodyPr/>
          <a:lstStyle/>
          <a:p>
            <a:r>
              <a:rPr lang="nl-B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9517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ussentitel + 3 Inhoud/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EBF8E1-91F2-4E4B-AF7C-1A2084AB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EA04B5B-B226-4E77-B512-C407B06E7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t>‹nr.›</a:t>
            </a:fld>
            <a:endParaRPr lang="nl-BE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F45857B-E452-48F1-B0B6-4B82FEC46E0F}"/>
              </a:ext>
            </a:extLst>
          </p:cNvPr>
          <p:cNvSpPr/>
          <p:nvPr userDrawn="1"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  <p:sp>
        <p:nvSpPr>
          <p:cNvPr id="8" name="Rechthoek 3">
            <a:extLst>
              <a:ext uri="{FF2B5EF4-FFF2-40B4-BE49-F238E27FC236}">
                <a16:creationId xmlns:a16="http://schemas.microsoft.com/office/drawing/2014/main" id="{23AF26AC-5CFB-4F6D-8A70-31DC3394C2C5}"/>
              </a:ext>
            </a:extLst>
          </p:cNvPr>
          <p:cNvSpPr/>
          <p:nvPr userDrawn="1"/>
        </p:nvSpPr>
        <p:spPr>
          <a:xfrm>
            <a:off x="629841" y="1183483"/>
            <a:ext cx="2430000" cy="34670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chemeClr val="tx1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9" name="Rechthoek 3">
            <a:extLst>
              <a:ext uri="{FF2B5EF4-FFF2-40B4-BE49-F238E27FC236}">
                <a16:creationId xmlns:a16="http://schemas.microsoft.com/office/drawing/2014/main" id="{1786B4DD-87B3-4870-B63C-2B803B4906F0}"/>
              </a:ext>
            </a:extLst>
          </p:cNvPr>
          <p:cNvSpPr/>
          <p:nvPr userDrawn="1"/>
        </p:nvSpPr>
        <p:spPr>
          <a:xfrm>
            <a:off x="3357000" y="1183483"/>
            <a:ext cx="2430000" cy="34670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rgbClr val="373636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10" name="Rechthoek 3">
            <a:extLst>
              <a:ext uri="{FF2B5EF4-FFF2-40B4-BE49-F238E27FC236}">
                <a16:creationId xmlns:a16="http://schemas.microsoft.com/office/drawing/2014/main" id="{892CD43D-9369-47DC-A190-4DABB5F648B9}"/>
              </a:ext>
            </a:extLst>
          </p:cNvPr>
          <p:cNvSpPr/>
          <p:nvPr userDrawn="1"/>
        </p:nvSpPr>
        <p:spPr>
          <a:xfrm>
            <a:off x="6084159" y="1194198"/>
            <a:ext cx="2430000" cy="34670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rgbClr val="373636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EACFD26D-5C2D-4D4C-BF5B-D87C120620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459" y="552265"/>
            <a:ext cx="7886700" cy="527633"/>
          </a:xfrm>
          <a:prstGeom prst="rect">
            <a:avLst/>
          </a:prstGeom>
        </p:spPr>
        <p:txBody>
          <a:bodyPr anchor="t"/>
          <a:lstStyle>
            <a:lvl1pPr>
              <a:defRPr/>
            </a:lvl1pPr>
          </a:lstStyle>
          <a:p>
            <a:r>
              <a:rPr lang="nl-NL"/>
              <a:t>Hoofdtitel</a:t>
            </a:r>
            <a:endParaRPr lang="nl-BE"/>
          </a:p>
        </p:txBody>
      </p:sp>
      <p:sp>
        <p:nvSpPr>
          <p:cNvPr id="22" name="Tijdelijke aanduiding voor tekst 9">
            <a:extLst>
              <a:ext uri="{FF2B5EF4-FFF2-40B4-BE49-F238E27FC236}">
                <a16:creationId xmlns:a16="http://schemas.microsoft.com/office/drawing/2014/main" id="{CC9879FD-0861-47BA-AB16-D81A3B7D1A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460" y="276225"/>
            <a:ext cx="7886699" cy="276039"/>
          </a:xfrm>
        </p:spPr>
        <p:txBody>
          <a:bodyPr anchor="ctr">
            <a:normAutofit/>
          </a:bodyPr>
          <a:lstStyle>
            <a:lvl1pPr>
              <a:defRPr sz="1500" b="0" u="none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BOVENTITEL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8BB1C6CA-135A-4AE9-9AB0-7B207BD837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9991" y="1964036"/>
            <a:ext cx="2189700" cy="583676"/>
          </a:xfrm>
        </p:spPr>
        <p:txBody>
          <a:bodyPr anchor="b">
            <a:norm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BCF47F-37A5-4B7C-9485-7519277ADFCA}"/>
              </a:ext>
            </a:extLst>
          </p:cNvPr>
          <p:cNvSpPr/>
          <p:nvPr userDrawn="1"/>
        </p:nvSpPr>
        <p:spPr>
          <a:xfrm>
            <a:off x="1728883" y="2662070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3728EF24-9EE6-4CEE-969E-B8B7446DDC0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49991" y="2830429"/>
            <a:ext cx="2189700" cy="1582796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28" name="Online Image Placeholder 16">
            <a:extLst>
              <a:ext uri="{FF2B5EF4-FFF2-40B4-BE49-F238E27FC236}">
                <a16:creationId xmlns:a16="http://schemas.microsoft.com/office/drawing/2014/main" id="{41F57AC2-0925-47D8-847C-E565727DA574}"/>
              </a:ext>
            </a:extLst>
          </p:cNvPr>
          <p:cNvSpPr>
            <a:spLocks noGrp="1"/>
          </p:cNvSpPr>
          <p:nvPr>
            <p:ph type="clipArt" sz="quarter" idx="27" hasCustomPrompt="1"/>
          </p:nvPr>
        </p:nvSpPr>
        <p:spPr>
          <a:xfrm>
            <a:off x="1507341" y="1285875"/>
            <a:ext cx="675000" cy="675000"/>
          </a:xfrm>
        </p:spPr>
        <p:txBody>
          <a:bodyPr/>
          <a:lstStyle/>
          <a:p>
            <a:r>
              <a:rPr lang="nl-BE"/>
              <a:t> </a:t>
            </a:r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CC3F4D00-33C0-47BA-AD68-A90C140F063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477150" y="1964036"/>
            <a:ext cx="2189700" cy="583676"/>
          </a:xfrm>
        </p:spPr>
        <p:txBody>
          <a:bodyPr anchor="b">
            <a:norm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C197F4-EA06-4DDA-A29E-0EF637FFFEBE}"/>
              </a:ext>
            </a:extLst>
          </p:cNvPr>
          <p:cNvSpPr/>
          <p:nvPr userDrawn="1"/>
        </p:nvSpPr>
        <p:spPr>
          <a:xfrm>
            <a:off x="4456042" y="2662070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526EC123-0D03-4949-A8C0-A22D3753281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77150" y="2830429"/>
            <a:ext cx="2189700" cy="1582796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37" name="Online Image Placeholder 16">
            <a:extLst>
              <a:ext uri="{FF2B5EF4-FFF2-40B4-BE49-F238E27FC236}">
                <a16:creationId xmlns:a16="http://schemas.microsoft.com/office/drawing/2014/main" id="{7A3AC853-2F98-4ED6-ADBA-F4C35BA5391D}"/>
              </a:ext>
            </a:extLst>
          </p:cNvPr>
          <p:cNvSpPr>
            <a:spLocks noGrp="1"/>
          </p:cNvSpPr>
          <p:nvPr>
            <p:ph type="clipArt" sz="quarter" idx="30" hasCustomPrompt="1"/>
          </p:nvPr>
        </p:nvSpPr>
        <p:spPr>
          <a:xfrm>
            <a:off x="4234500" y="1285875"/>
            <a:ext cx="675000" cy="675000"/>
          </a:xfrm>
        </p:spPr>
        <p:txBody>
          <a:bodyPr/>
          <a:lstStyle/>
          <a:p>
            <a:r>
              <a:rPr lang="nl-BE"/>
              <a:t> </a:t>
            </a:r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77D2E02D-03FC-4B46-B861-DCDEDEC131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04309" y="1964036"/>
            <a:ext cx="2189700" cy="583676"/>
          </a:xfrm>
        </p:spPr>
        <p:txBody>
          <a:bodyPr anchor="b">
            <a:norm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5FF3416-302A-4EBD-90C7-F5A5EF8E3A87}"/>
              </a:ext>
            </a:extLst>
          </p:cNvPr>
          <p:cNvSpPr/>
          <p:nvPr userDrawn="1"/>
        </p:nvSpPr>
        <p:spPr>
          <a:xfrm>
            <a:off x="7183201" y="2662070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40" name="Text Placeholder 20">
            <a:extLst>
              <a:ext uri="{FF2B5EF4-FFF2-40B4-BE49-F238E27FC236}">
                <a16:creationId xmlns:a16="http://schemas.microsoft.com/office/drawing/2014/main" id="{674B1754-672D-4B67-A177-16D8B34DD39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04309" y="2830429"/>
            <a:ext cx="2189700" cy="1582796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1" name="Online Image Placeholder 16">
            <a:extLst>
              <a:ext uri="{FF2B5EF4-FFF2-40B4-BE49-F238E27FC236}">
                <a16:creationId xmlns:a16="http://schemas.microsoft.com/office/drawing/2014/main" id="{21C369DB-296F-4ECC-B095-94B0855D5BF5}"/>
              </a:ext>
            </a:extLst>
          </p:cNvPr>
          <p:cNvSpPr>
            <a:spLocks noGrp="1"/>
          </p:cNvSpPr>
          <p:nvPr>
            <p:ph type="clipArt" sz="quarter" idx="33" hasCustomPrompt="1"/>
          </p:nvPr>
        </p:nvSpPr>
        <p:spPr>
          <a:xfrm>
            <a:off x="6961659" y="1285875"/>
            <a:ext cx="675000" cy="675000"/>
          </a:xfrm>
        </p:spPr>
        <p:txBody>
          <a:bodyPr/>
          <a:lstStyle/>
          <a:p>
            <a:r>
              <a:rPr lang="nl-B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266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ussentitel + 4 Inhoud/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EBF8E1-91F2-4E4B-AF7C-1A2084AB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EA04B5B-B226-4E77-B512-C407B06E7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t>‹nr.›</a:t>
            </a:fld>
            <a:endParaRPr lang="nl-BE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F45857B-E452-48F1-B0B6-4B82FEC46E0F}"/>
              </a:ext>
            </a:extLst>
          </p:cNvPr>
          <p:cNvSpPr/>
          <p:nvPr userDrawn="1"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  <p:sp>
        <p:nvSpPr>
          <p:cNvPr id="8" name="Rechthoek 3">
            <a:extLst>
              <a:ext uri="{FF2B5EF4-FFF2-40B4-BE49-F238E27FC236}">
                <a16:creationId xmlns:a16="http://schemas.microsoft.com/office/drawing/2014/main" id="{23AF26AC-5CFB-4F6D-8A70-31DC3394C2C5}"/>
              </a:ext>
            </a:extLst>
          </p:cNvPr>
          <p:cNvSpPr/>
          <p:nvPr userDrawn="1"/>
        </p:nvSpPr>
        <p:spPr>
          <a:xfrm>
            <a:off x="629841" y="1194197"/>
            <a:ext cx="1892923" cy="345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chemeClr val="tx1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516FA6D-8E9F-4C9C-BA50-CC09DCED40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4545" y="1964036"/>
            <a:ext cx="1705134" cy="583676"/>
          </a:xfrm>
        </p:spPr>
        <p:txBody>
          <a:bodyPr anchor="b">
            <a:norm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0A25B-699D-4D15-BC83-0201815D2734}"/>
              </a:ext>
            </a:extLst>
          </p:cNvPr>
          <p:cNvSpPr/>
          <p:nvPr userDrawn="1"/>
        </p:nvSpPr>
        <p:spPr>
          <a:xfrm>
            <a:off x="1468508" y="2662070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E566FEB3-9583-4476-870F-8970126321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4243" y="2830429"/>
            <a:ext cx="1705733" cy="1582796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1" name="Rechthoek 3">
            <a:extLst>
              <a:ext uri="{FF2B5EF4-FFF2-40B4-BE49-F238E27FC236}">
                <a16:creationId xmlns:a16="http://schemas.microsoft.com/office/drawing/2014/main" id="{D42E061E-4CC4-43FD-8005-B1BD5D905DC0}"/>
              </a:ext>
            </a:extLst>
          </p:cNvPr>
          <p:cNvSpPr/>
          <p:nvPr userDrawn="1"/>
        </p:nvSpPr>
        <p:spPr>
          <a:xfrm>
            <a:off x="2626974" y="1194197"/>
            <a:ext cx="1892923" cy="345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chemeClr val="tx1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72" name="Text Placeholder 16">
            <a:extLst>
              <a:ext uri="{FF2B5EF4-FFF2-40B4-BE49-F238E27FC236}">
                <a16:creationId xmlns:a16="http://schemas.microsoft.com/office/drawing/2014/main" id="{4E3C6674-DD01-47E9-A10E-D853334741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721677" y="1964036"/>
            <a:ext cx="1705134" cy="583676"/>
          </a:xfrm>
        </p:spPr>
        <p:txBody>
          <a:bodyPr anchor="b">
            <a:norm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B184C01-EC21-4F1C-A40F-CE7D84CD102F}"/>
              </a:ext>
            </a:extLst>
          </p:cNvPr>
          <p:cNvSpPr/>
          <p:nvPr userDrawn="1"/>
        </p:nvSpPr>
        <p:spPr>
          <a:xfrm>
            <a:off x="3465640" y="2662070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74" name="Text Placeholder 20">
            <a:extLst>
              <a:ext uri="{FF2B5EF4-FFF2-40B4-BE49-F238E27FC236}">
                <a16:creationId xmlns:a16="http://schemas.microsoft.com/office/drawing/2014/main" id="{55EDD25B-4655-4241-B02F-A9D898AFDA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721375" y="2830429"/>
            <a:ext cx="1705733" cy="1582796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5" name="Rechthoek 3">
            <a:extLst>
              <a:ext uri="{FF2B5EF4-FFF2-40B4-BE49-F238E27FC236}">
                <a16:creationId xmlns:a16="http://schemas.microsoft.com/office/drawing/2014/main" id="{25E21064-3834-4788-B957-C622E24DCF38}"/>
              </a:ext>
            </a:extLst>
          </p:cNvPr>
          <p:cNvSpPr/>
          <p:nvPr userDrawn="1"/>
        </p:nvSpPr>
        <p:spPr>
          <a:xfrm>
            <a:off x="4624106" y="1194197"/>
            <a:ext cx="1892923" cy="345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chemeClr val="tx1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76" name="Text Placeholder 16">
            <a:extLst>
              <a:ext uri="{FF2B5EF4-FFF2-40B4-BE49-F238E27FC236}">
                <a16:creationId xmlns:a16="http://schemas.microsoft.com/office/drawing/2014/main" id="{6350B18A-4C7A-4978-BED9-F8CA3F7851C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18810" y="1964036"/>
            <a:ext cx="1705134" cy="583676"/>
          </a:xfrm>
        </p:spPr>
        <p:txBody>
          <a:bodyPr anchor="b">
            <a:norm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4149926-AEB6-41AF-B225-2B03505D5B8D}"/>
              </a:ext>
            </a:extLst>
          </p:cNvPr>
          <p:cNvSpPr/>
          <p:nvPr userDrawn="1"/>
        </p:nvSpPr>
        <p:spPr>
          <a:xfrm>
            <a:off x="5462773" y="2662070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78" name="Text Placeholder 20">
            <a:extLst>
              <a:ext uri="{FF2B5EF4-FFF2-40B4-BE49-F238E27FC236}">
                <a16:creationId xmlns:a16="http://schemas.microsoft.com/office/drawing/2014/main" id="{CBE57870-6B13-4436-9AB0-B45ACC23401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718507" y="2830429"/>
            <a:ext cx="1705733" cy="1582796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9" name="Rechthoek 3">
            <a:extLst>
              <a:ext uri="{FF2B5EF4-FFF2-40B4-BE49-F238E27FC236}">
                <a16:creationId xmlns:a16="http://schemas.microsoft.com/office/drawing/2014/main" id="{8C77416B-B3AD-4D67-B6D2-4ACF2DD6EDD0}"/>
              </a:ext>
            </a:extLst>
          </p:cNvPr>
          <p:cNvSpPr/>
          <p:nvPr userDrawn="1"/>
        </p:nvSpPr>
        <p:spPr>
          <a:xfrm>
            <a:off x="6621237" y="1194197"/>
            <a:ext cx="1892923" cy="345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51000" rIns="135000" bIns="108000" rtlCol="0" anchor="t"/>
          <a:lstStyle/>
          <a:p>
            <a:pPr algn="ctr"/>
            <a:endParaRPr lang="nl-NL" sz="1200">
              <a:solidFill>
                <a:schemeClr val="tx1"/>
              </a:solidFill>
              <a:uFill>
                <a:solidFill>
                  <a:srgbClr val="FFE819"/>
                </a:solidFill>
              </a:uFill>
              <a:latin typeface="+mj-lt"/>
            </a:endParaRPr>
          </a:p>
        </p:txBody>
      </p:sp>
      <p:sp>
        <p:nvSpPr>
          <p:cNvPr id="80" name="Text Placeholder 16">
            <a:extLst>
              <a:ext uri="{FF2B5EF4-FFF2-40B4-BE49-F238E27FC236}">
                <a16:creationId xmlns:a16="http://schemas.microsoft.com/office/drawing/2014/main" id="{852EF0F1-F093-4E8C-A7D2-5130A61B0E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15941" y="1964036"/>
            <a:ext cx="1705134" cy="583676"/>
          </a:xfrm>
        </p:spPr>
        <p:txBody>
          <a:bodyPr anchor="b">
            <a:normAutofit/>
          </a:bodyPr>
          <a:lstStyle>
            <a:lvl1pPr marL="0" algn="ctr" defTabSz="685800" rtl="0" eaLnBrk="1" latinLnBrk="0" hangingPunct="1">
              <a:defRPr lang="en-US" sz="1800" b="1" kern="1200" dirty="0" smtClean="0">
                <a:solidFill>
                  <a:schemeClr val="tx2"/>
                </a:solidFill>
                <a:uFill>
                  <a:solidFill>
                    <a:srgbClr val="FFE819"/>
                  </a:solidFill>
                </a:u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96AA952-17E9-41F2-A71E-4A8199C2B745}"/>
              </a:ext>
            </a:extLst>
          </p:cNvPr>
          <p:cNvSpPr/>
          <p:nvPr userDrawn="1"/>
        </p:nvSpPr>
        <p:spPr>
          <a:xfrm>
            <a:off x="7459904" y="2662070"/>
            <a:ext cx="231917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>
              <a:latin typeface="+mj-lt"/>
            </a:endParaRPr>
          </a:p>
        </p:txBody>
      </p:sp>
      <p:sp>
        <p:nvSpPr>
          <p:cNvPr id="82" name="Text Placeholder 20">
            <a:extLst>
              <a:ext uri="{FF2B5EF4-FFF2-40B4-BE49-F238E27FC236}">
                <a16:creationId xmlns:a16="http://schemas.microsoft.com/office/drawing/2014/main" id="{6FF71E5F-F651-4629-9C5E-3DE7139EE63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15639" y="2830429"/>
            <a:ext cx="1705733" cy="1582796"/>
          </a:xfrm>
        </p:spPr>
        <p:txBody>
          <a:bodyPr>
            <a:noAutofit/>
          </a:bodyPr>
          <a:lstStyle>
            <a:lvl1pPr marL="172800" indent="-172800">
              <a:buFont typeface="Wingdings" panose="05000000000000000000" pitchFamily="2" charset="2"/>
              <a:buChar char="§"/>
              <a:defRPr sz="1500">
                <a:latin typeface="+mn-lt"/>
              </a:defRPr>
            </a:lvl1pPr>
            <a:lvl2pPr marL="345600">
              <a:defRPr/>
            </a:lvl2pPr>
            <a:lvl3pPr marL="518400">
              <a:defRPr/>
            </a:lvl3pPr>
            <a:lvl4pPr marL="691200">
              <a:defRPr/>
            </a:lvl4pPr>
            <a:lvl5pPr marL="864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41E833E3-11DC-491F-9B58-E6B30A34C1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459" y="552265"/>
            <a:ext cx="7886700" cy="527633"/>
          </a:xfrm>
          <a:prstGeom prst="rect">
            <a:avLst/>
          </a:prstGeom>
        </p:spPr>
        <p:txBody>
          <a:bodyPr anchor="t"/>
          <a:lstStyle>
            <a:lvl1pPr>
              <a:defRPr/>
            </a:lvl1pPr>
          </a:lstStyle>
          <a:p>
            <a:r>
              <a:rPr lang="nl-NL"/>
              <a:t>Hoofdtitel</a:t>
            </a:r>
            <a:endParaRPr lang="nl-BE"/>
          </a:p>
        </p:txBody>
      </p:sp>
      <p:sp>
        <p:nvSpPr>
          <p:cNvPr id="24" name="Tijdelijke aanduiding voor tekst 9">
            <a:extLst>
              <a:ext uri="{FF2B5EF4-FFF2-40B4-BE49-F238E27FC236}">
                <a16:creationId xmlns:a16="http://schemas.microsoft.com/office/drawing/2014/main" id="{73F24D1F-09B5-4D12-AAE2-ED1A62D13F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460" y="276225"/>
            <a:ext cx="7886699" cy="276039"/>
          </a:xfrm>
        </p:spPr>
        <p:txBody>
          <a:bodyPr anchor="ctr">
            <a:normAutofit/>
          </a:bodyPr>
          <a:lstStyle>
            <a:lvl1pPr>
              <a:defRPr sz="1500" b="0" u="none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BOVENTITEL</a:t>
            </a:r>
          </a:p>
        </p:txBody>
      </p:sp>
      <p:sp>
        <p:nvSpPr>
          <p:cNvPr id="17" name="Online Image Placeholder 16">
            <a:extLst>
              <a:ext uri="{FF2B5EF4-FFF2-40B4-BE49-F238E27FC236}">
                <a16:creationId xmlns:a16="http://schemas.microsoft.com/office/drawing/2014/main" id="{A2B2B6C9-21C8-40FF-8EBE-697189CEC390}"/>
              </a:ext>
            </a:extLst>
          </p:cNvPr>
          <p:cNvSpPr>
            <a:spLocks noGrp="1"/>
          </p:cNvSpPr>
          <p:nvPr>
            <p:ph type="clipArt" sz="quarter" idx="27" hasCustomPrompt="1"/>
          </p:nvPr>
        </p:nvSpPr>
        <p:spPr>
          <a:xfrm>
            <a:off x="1239612" y="1285875"/>
            <a:ext cx="675000" cy="675000"/>
          </a:xfrm>
        </p:spPr>
        <p:txBody>
          <a:bodyPr/>
          <a:lstStyle/>
          <a:p>
            <a:r>
              <a:rPr lang="nl-BE"/>
              <a:t> </a:t>
            </a:r>
          </a:p>
        </p:txBody>
      </p:sp>
      <p:sp>
        <p:nvSpPr>
          <p:cNvPr id="33" name="Online Image Placeholder 16">
            <a:extLst>
              <a:ext uri="{FF2B5EF4-FFF2-40B4-BE49-F238E27FC236}">
                <a16:creationId xmlns:a16="http://schemas.microsoft.com/office/drawing/2014/main" id="{1CDE10C2-BA14-4E9C-AE63-B4D5DF640580}"/>
              </a:ext>
            </a:extLst>
          </p:cNvPr>
          <p:cNvSpPr>
            <a:spLocks noGrp="1"/>
          </p:cNvSpPr>
          <p:nvPr>
            <p:ph type="clipArt" sz="quarter" idx="28" hasCustomPrompt="1"/>
          </p:nvPr>
        </p:nvSpPr>
        <p:spPr>
          <a:xfrm>
            <a:off x="3235934" y="1285875"/>
            <a:ext cx="675000" cy="675000"/>
          </a:xfrm>
        </p:spPr>
        <p:txBody>
          <a:bodyPr/>
          <a:lstStyle/>
          <a:p>
            <a:r>
              <a:rPr lang="nl-BE"/>
              <a:t> </a:t>
            </a:r>
          </a:p>
        </p:txBody>
      </p:sp>
      <p:sp>
        <p:nvSpPr>
          <p:cNvPr id="34" name="Online Image Placeholder 16">
            <a:extLst>
              <a:ext uri="{FF2B5EF4-FFF2-40B4-BE49-F238E27FC236}">
                <a16:creationId xmlns:a16="http://schemas.microsoft.com/office/drawing/2014/main" id="{7C2AD36D-415D-48BE-AB94-91331126AFA1}"/>
              </a:ext>
            </a:extLst>
          </p:cNvPr>
          <p:cNvSpPr>
            <a:spLocks noGrp="1"/>
          </p:cNvSpPr>
          <p:nvPr>
            <p:ph type="clipArt" sz="quarter" idx="29" hasCustomPrompt="1"/>
          </p:nvPr>
        </p:nvSpPr>
        <p:spPr>
          <a:xfrm>
            <a:off x="5232257" y="1285875"/>
            <a:ext cx="675000" cy="675000"/>
          </a:xfrm>
        </p:spPr>
        <p:txBody>
          <a:bodyPr/>
          <a:lstStyle/>
          <a:p>
            <a:r>
              <a:rPr lang="nl-BE"/>
              <a:t> </a:t>
            </a:r>
          </a:p>
        </p:txBody>
      </p:sp>
      <p:sp>
        <p:nvSpPr>
          <p:cNvPr id="35" name="Online Image Placeholder 16">
            <a:extLst>
              <a:ext uri="{FF2B5EF4-FFF2-40B4-BE49-F238E27FC236}">
                <a16:creationId xmlns:a16="http://schemas.microsoft.com/office/drawing/2014/main" id="{EE73A52C-82A9-47E4-B6DA-E7F7D3C8BC8C}"/>
              </a:ext>
            </a:extLst>
          </p:cNvPr>
          <p:cNvSpPr>
            <a:spLocks noGrp="1"/>
          </p:cNvSpPr>
          <p:nvPr>
            <p:ph type="clipArt" sz="quarter" idx="30" hasCustomPrompt="1"/>
          </p:nvPr>
        </p:nvSpPr>
        <p:spPr>
          <a:xfrm>
            <a:off x="7228579" y="1285875"/>
            <a:ext cx="675000" cy="675000"/>
          </a:xfrm>
        </p:spPr>
        <p:txBody>
          <a:bodyPr/>
          <a:lstStyle/>
          <a:p>
            <a:r>
              <a:rPr lang="nl-B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7806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ussentitel + Inhoud + Tekstv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oomdiagram: Handmatige invoer 3">
            <a:extLst>
              <a:ext uri="{FF2B5EF4-FFF2-40B4-BE49-F238E27FC236}">
                <a16:creationId xmlns:a16="http://schemas.microsoft.com/office/drawing/2014/main" id="{6F7878C3-37F8-42E2-A6B1-6EE2459B62A5}"/>
              </a:ext>
            </a:extLst>
          </p:cNvPr>
          <p:cNvSpPr/>
          <p:nvPr userDrawn="1"/>
        </p:nvSpPr>
        <p:spPr>
          <a:xfrm rot="16200000">
            <a:off x="4286251" y="285748"/>
            <a:ext cx="5143499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C8CDFBAB-2DE5-4AEE-947D-37C2E4EF0F0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9954" y="1194197"/>
            <a:ext cx="3679157" cy="34385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nl-NL"/>
              <a:t>Eerste niveau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93691594-47BC-427F-8BBA-D7A1EAF55FF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35129" y="552265"/>
            <a:ext cx="3679157" cy="4080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nl-NL"/>
              <a:t>Eerste niveau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11" name="Tijdelijke aanduiding voor tekst 9">
            <a:extLst>
              <a:ext uri="{FF2B5EF4-FFF2-40B4-BE49-F238E27FC236}">
                <a16:creationId xmlns:a16="http://schemas.microsoft.com/office/drawing/2014/main" id="{C5A24CB9-ECD1-4A83-B00E-85A4C4BCB3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460" y="276225"/>
            <a:ext cx="3680100" cy="276039"/>
          </a:xfrm>
        </p:spPr>
        <p:txBody>
          <a:bodyPr anchor="ctr">
            <a:normAutofit/>
          </a:bodyPr>
          <a:lstStyle>
            <a:lvl1pPr>
              <a:defRPr sz="1500" b="0" u="none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BOVENTITEL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64EBC0AB-6766-4F5D-A26C-E71B13B6C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459" y="552265"/>
            <a:ext cx="3680100" cy="527633"/>
          </a:xfrm>
          <a:prstGeom prst="rect">
            <a:avLst/>
          </a:prstGeom>
        </p:spPr>
        <p:txBody>
          <a:bodyPr anchor="t"/>
          <a:lstStyle>
            <a:lvl1pPr>
              <a:defRPr/>
            </a:lvl1pPr>
          </a:lstStyle>
          <a:p>
            <a:r>
              <a:rPr lang="nl-NL"/>
              <a:t>Hoofdtitel</a:t>
            </a:r>
            <a:endParaRPr lang="nl-BE"/>
          </a:p>
        </p:txBody>
      </p:sp>
      <p:sp>
        <p:nvSpPr>
          <p:cNvPr id="14" name="Tijdelijke aanduiding voor voettekst 4">
            <a:extLst>
              <a:ext uri="{FF2B5EF4-FFF2-40B4-BE49-F238E27FC236}">
                <a16:creationId xmlns:a16="http://schemas.microsoft.com/office/drawing/2014/main" id="{1A6ED0F1-A7B3-44FA-AED6-57570D85E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9841" y="4758736"/>
            <a:ext cx="3625069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BE"/>
              <a:t>Voettekst</a:t>
            </a:r>
          </a:p>
        </p:txBody>
      </p:sp>
      <p:sp>
        <p:nvSpPr>
          <p:cNvPr id="15" name="Tijdelijke aanduiding voor dianummer 5">
            <a:extLst>
              <a:ext uri="{FF2B5EF4-FFF2-40B4-BE49-F238E27FC236}">
                <a16:creationId xmlns:a16="http://schemas.microsoft.com/office/drawing/2014/main" id="{26EDFBB5-F609-4AAD-96D6-7DEBAC131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5509" y="4758737"/>
            <a:ext cx="62865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010244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ussentitel + Foto link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9A00E47-68C0-4DBD-AB0F-CD7342B025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9841" y="1194197"/>
            <a:ext cx="3680100" cy="345361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nl-NL"/>
              <a:t>Eerste niveau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F45857B-E452-48F1-B0B6-4B82FEC46E0F}"/>
              </a:ext>
            </a:extLst>
          </p:cNvPr>
          <p:cNvSpPr/>
          <p:nvPr userDrawn="1"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4A6EAFCF-630E-4828-B0AE-F266C9D2C88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1" y="0"/>
            <a:ext cx="4572000" cy="5143500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50">
                <a:solidFill>
                  <a:schemeClr val="accent4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Klik</a:t>
            </a:r>
            <a:r>
              <a:rPr lang="en-US"/>
              <a:t> op </a:t>
            </a:r>
            <a:r>
              <a:rPr lang="en-US" err="1"/>
              <a:t>icoon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foto</a:t>
            </a:r>
            <a:r>
              <a:rPr lang="en-US"/>
              <a:t> (min </a:t>
            </a:r>
            <a:r>
              <a:rPr lang="nl-BE"/>
              <a:t>resolutie </a:t>
            </a:r>
            <a:r>
              <a:rPr lang="en-US"/>
              <a:t>72 DPI</a:t>
            </a:r>
            <a:r>
              <a:rPr lang="nl-BE"/>
              <a:t>)</a:t>
            </a:r>
          </a:p>
        </p:txBody>
      </p:sp>
      <p:sp>
        <p:nvSpPr>
          <p:cNvPr id="12" name="Tijdelijke aanduiding voor tekst 9">
            <a:extLst>
              <a:ext uri="{FF2B5EF4-FFF2-40B4-BE49-F238E27FC236}">
                <a16:creationId xmlns:a16="http://schemas.microsoft.com/office/drawing/2014/main" id="{D2F4A0A4-E99E-4B0A-A8B5-EC694F0B8A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460" y="276225"/>
            <a:ext cx="3680100" cy="276039"/>
          </a:xfrm>
        </p:spPr>
        <p:txBody>
          <a:bodyPr anchor="ctr">
            <a:normAutofit/>
          </a:bodyPr>
          <a:lstStyle>
            <a:lvl1pPr>
              <a:defRPr sz="1500" b="0" u="none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BOVENTITEL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2EE646F3-A5C5-40DF-8A05-BBF9145DF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459" y="552265"/>
            <a:ext cx="3680100" cy="527633"/>
          </a:xfrm>
          <a:prstGeom prst="rect">
            <a:avLst/>
          </a:prstGeom>
        </p:spPr>
        <p:txBody>
          <a:bodyPr anchor="t"/>
          <a:lstStyle>
            <a:lvl1pPr>
              <a:defRPr/>
            </a:lvl1pPr>
          </a:lstStyle>
          <a:p>
            <a:r>
              <a:rPr lang="nl-NL"/>
              <a:t>Hoofdtitel</a:t>
            </a:r>
            <a:endParaRPr lang="nl-BE"/>
          </a:p>
        </p:txBody>
      </p:sp>
      <p:sp>
        <p:nvSpPr>
          <p:cNvPr id="14" name="Tijdelijke aanduiding voor voettekst 4">
            <a:extLst>
              <a:ext uri="{FF2B5EF4-FFF2-40B4-BE49-F238E27FC236}">
                <a16:creationId xmlns:a16="http://schemas.microsoft.com/office/drawing/2014/main" id="{327E91DB-C2B6-473A-A20A-A5AE3628E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9841" y="4758736"/>
            <a:ext cx="3625069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BE"/>
              <a:t>Voettekst</a:t>
            </a:r>
          </a:p>
        </p:txBody>
      </p:sp>
      <p:sp>
        <p:nvSpPr>
          <p:cNvPr id="15" name="Tijdelijke aanduiding voor dianummer 5">
            <a:extLst>
              <a:ext uri="{FF2B5EF4-FFF2-40B4-BE49-F238E27FC236}">
                <a16:creationId xmlns:a16="http://schemas.microsoft.com/office/drawing/2014/main" id="{F3DF618A-F0A4-4257-977E-937060381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5509" y="4758737"/>
            <a:ext cx="62865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05740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>
      <p:bgPr>
        <a:solidFill>
          <a:srgbClr val="FFE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jdelijke aanduiding voor tekst 3">
            <a:extLst>
              <a:ext uri="{FF2B5EF4-FFF2-40B4-BE49-F238E27FC236}">
                <a16:creationId xmlns:a16="http://schemas.microsoft.com/office/drawing/2014/main" id="{656B493A-0700-4CB6-9422-17D80DF1F1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17523" y="2067897"/>
            <a:ext cx="7196636" cy="1007707"/>
          </a:xfrm>
          <a:solidFill>
            <a:srgbClr val="FFEB00"/>
          </a:solidFill>
        </p:spPr>
        <p:txBody>
          <a:bodyPr anchor="ctr"/>
          <a:lstStyle>
            <a:lvl1pPr marL="0" indent="0" algn="l" defTabSz="685783" rtl="0" eaLnBrk="1" latinLnBrk="0" hangingPunct="1">
              <a:lnSpc>
                <a:spcPct val="100000"/>
              </a:lnSpc>
              <a:buFontTx/>
              <a:buNone/>
              <a:defRPr lang="nl-NL" sz="36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85783" rtl="0" eaLnBrk="1" latinLnBrk="0" hangingPunct="1">
              <a:buFontTx/>
              <a:buNone/>
              <a:defRPr lang="nl-NL" sz="28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783" rtl="0" eaLnBrk="1" latinLnBrk="0" hangingPunct="1">
              <a:buFontTx/>
              <a:buNone/>
              <a:defRPr lang="nl-NL" sz="28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783" rtl="0" eaLnBrk="1" latinLnBrk="0" hangingPunct="1">
              <a:buFontTx/>
              <a:buNone/>
              <a:defRPr lang="nl-NL" sz="28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783" rtl="0" eaLnBrk="1" latinLnBrk="0" hangingPunct="1">
              <a:buFontTx/>
              <a:buNone/>
              <a:defRPr lang="nl-BE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nl-NL"/>
              <a:t>Highlight</a:t>
            </a:r>
            <a:endParaRPr lang="nl-BE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793950-6E94-4C9C-9F08-E5E3DC86771F}"/>
              </a:ext>
            </a:extLst>
          </p:cNvPr>
          <p:cNvCxnSpPr/>
          <p:nvPr userDrawn="1"/>
        </p:nvCxnSpPr>
        <p:spPr>
          <a:xfrm>
            <a:off x="629841" y="2067897"/>
            <a:ext cx="356896" cy="10077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FEADFD0C-1342-4DBE-BBA6-0F8B8EB404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9841" y="4758736"/>
            <a:ext cx="3625069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BE"/>
              <a:t>Voettekst</a:t>
            </a:r>
          </a:p>
        </p:txBody>
      </p:sp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05684A5A-EFC0-4F17-B1FF-0499C8B9D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5509" y="4758737"/>
            <a:ext cx="62865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0904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0880DB12-4075-4207-B6AA-7800E4F122E2}"/>
              </a:ext>
            </a:extLst>
          </p:cNvPr>
          <p:cNvSpPr/>
          <p:nvPr userDrawn="1"/>
        </p:nvSpPr>
        <p:spPr>
          <a:xfrm>
            <a:off x="1611217" y="1404650"/>
            <a:ext cx="7532783" cy="20374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350" err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0CF25B6-16E2-4E2C-A3F5-C4E83127495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50923" y="1644268"/>
            <a:ext cx="6663238" cy="1578165"/>
          </a:xfrm>
        </p:spPr>
        <p:txBody>
          <a:bodyPr anchor="ctr" anchorCtr="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300" b="1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Quote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28D9E02-34B7-4AA9-A820-3BFB70B95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C43F41A-8FBB-4AE1-9593-E17E909E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t>‹nr.›</a:t>
            </a:fld>
            <a:endParaRPr lang="nl-BE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54821F-9E1A-4BA4-9134-CC73E4409158}"/>
              </a:ext>
            </a:extLst>
          </p:cNvPr>
          <p:cNvSpPr/>
          <p:nvPr userDrawn="1"/>
        </p:nvSpPr>
        <p:spPr>
          <a:xfrm>
            <a:off x="629841" y="1041926"/>
            <a:ext cx="778383" cy="562295"/>
          </a:xfrm>
          <a:custGeom>
            <a:avLst/>
            <a:gdLst/>
            <a:ahLst/>
            <a:cxnLst/>
            <a:rect l="l" t="t" r="r" b="b"/>
            <a:pathLst>
              <a:path w="1037844" h="749726">
                <a:moveTo>
                  <a:pt x="959709" y="0"/>
                </a:moveTo>
                <a:lnTo>
                  <a:pt x="1037844" y="100459"/>
                </a:lnTo>
                <a:cubicBezTo>
                  <a:pt x="1008815" y="149138"/>
                  <a:pt x="986413" y="192702"/>
                  <a:pt x="970639" y="231149"/>
                </a:cubicBezTo>
                <a:cubicBezTo>
                  <a:pt x="954865" y="269596"/>
                  <a:pt x="946881" y="306648"/>
                  <a:pt x="946687" y="342305"/>
                </a:cubicBezTo>
                <a:cubicBezTo>
                  <a:pt x="946571" y="372458"/>
                  <a:pt x="953314" y="403309"/>
                  <a:pt x="966918" y="434857"/>
                </a:cubicBezTo>
                <a:cubicBezTo>
                  <a:pt x="980522" y="466406"/>
                  <a:pt x="1001684" y="501908"/>
                  <a:pt x="1030403" y="541363"/>
                </a:cubicBezTo>
                <a:cubicBezTo>
                  <a:pt x="1030170" y="570392"/>
                  <a:pt x="1024589" y="597444"/>
                  <a:pt x="1013660" y="622520"/>
                </a:cubicBezTo>
                <a:cubicBezTo>
                  <a:pt x="1002730" y="647596"/>
                  <a:pt x="987847" y="669533"/>
                  <a:pt x="969011" y="688330"/>
                </a:cubicBezTo>
                <a:cubicBezTo>
                  <a:pt x="950214" y="707166"/>
                  <a:pt x="928277" y="722049"/>
                  <a:pt x="903201" y="732979"/>
                </a:cubicBezTo>
                <a:cubicBezTo>
                  <a:pt x="878125" y="743909"/>
                  <a:pt x="851073" y="749490"/>
                  <a:pt x="822043" y="749722"/>
                </a:cubicBezTo>
                <a:cubicBezTo>
                  <a:pt x="799370" y="749877"/>
                  <a:pt x="775883" y="745846"/>
                  <a:pt x="751583" y="737630"/>
                </a:cubicBezTo>
                <a:cubicBezTo>
                  <a:pt x="727282" y="729413"/>
                  <a:pt x="704260" y="716081"/>
                  <a:pt x="682517" y="697632"/>
                </a:cubicBezTo>
                <a:cubicBezTo>
                  <a:pt x="659883" y="680036"/>
                  <a:pt x="641899" y="656627"/>
                  <a:pt x="628567" y="627404"/>
                </a:cubicBezTo>
                <a:cubicBezTo>
                  <a:pt x="615234" y="598181"/>
                  <a:pt x="608413" y="562679"/>
                  <a:pt x="608103" y="520899"/>
                </a:cubicBezTo>
                <a:cubicBezTo>
                  <a:pt x="608684" y="467452"/>
                  <a:pt x="619614" y="414355"/>
                  <a:pt x="640892" y="361606"/>
                </a:cubicBezTo>
                <a:cubicBezTo>
                  <a:pt x="662169" y="308857"/>
                  <a:pt x="690307" y="259015"/>
                  <a:pt x="725305" y="212080"/>
                </a:cubicBezTo>
                <a:cubicBezTo>
                  <a:pt x="760187" y="165223"/>
                  <a:pt x="797859" y="123597"/>
                  <a:pt x="838321" y="87204"/>
                </a:cubicBezTo>
                <a:cubicBezTo>
                  <a:pt x="878784" y="50811"/>
                  <a:pt x="919247" y="21743"/>
                  <a:pt x="959709" y="0"/>
                </a:cubicBezTo>
                <a:close/>
                <a:moveTo>
                  <a:pt x="349747" y="0"/>
                </a:moveTo>
                <a:lnTo>
                  <a:pt x="429730" y="100459"/>
                </a:lnTo>
                <a:cubicBezTo>
                  <a:pt x="399893" y="149138"/>
                  <a:pt x="377262" y="192702"/>
                  <a:pt x="361837" y="231149"/>
                </a:cubicBezTo>
                <a:cubicBezTo>
                  <a:pt x="346413" y="269596"/>
                  <a:pt x="338662" y="306648"/>
                  <a:pt x="338584" y="342305"/>
                </a:cubicBezTo>
                <a:cubicBezTo>
                  <a:pt x="338391" y="372458"/>
                  <a:pt x="344824" y="403309"/>
                  <a:pt x="357886" y="434857"/>
                </a:cubicBezTo>
                <a:cubicBezTo>
                  <a:pt x="370947" y="466406"/>
                  <a:pt x="391798" y="501908"/>
                  <a:pt x="420440" y="541363"/>
                </a:cubicBezTo>
                <a:cubicBezTo>
                  <a:pt x="420207" y="570392"/>
                  <a:pt x="414626" y="597444"/>
                  <a:pt x="403697" y="622520"/>
                </a:cubicBezTo>
                <a:cubicBezTo>
                  <a:pt x="392767" y="647596"/>
                  <a:pt x="377884" y="669533"/>
                  <a:pt x="359048" y="688330"/>
                </a:cubicBezTo>
                <a:cubicBezTo>
                  <a:pt x="340251" y="707166"/>
                  <a:pt x="318314" y="722049"/>
                  <a:pt x="293238" y="732979"/>
                </a:cubicBezTo>
                <a:cubicBezTo>
                  <a:pt x="268162" y="743909"/>
                  <a:pt x="241110" y="749490"/>
                  <a:pt x="212081" y="749722"/>
                </a:cubicBezTo>
                <a:cubicBezTo>
                  <a:pt x="189408" y="749877"/>
                  <a:pt x="165921" y="745846"/>
                  <a:pt x="141620" y="737630"/>
                </a:cubicBezTo>
                <a:cubicBezTo>
                  <a:pt x="117319" y="729413"/>
                  <a:pt x="94297" y="716081"/>
                  <a:pt x="72554" y="697632"/>
                </a:cubicBezTo>
                <a:cubicBezTo>
                  <a:pt x="50811" y="680036"/>
                  <a:pt x="33371" y="656627"/>
                  <a:pt x="20232" y="627404"/>
                </a:cubicBezTo>
                <a:cubicBezTo>
                  <a:pt x="7093" y="598181"/>
                  <a:pt x="349" y="562679"/>
                  <a:pt x="0" y="520899"/>
                </a:cubicBezTo>
                <a:cubicBezTo>
                  <a:pt x="582" y="467452"/>
                  <a:pt x="11511" y="414355"/>
                  <a:pt x="32789" y="361606"/>
                </a:cubicBezTo>
                <a:cubicBezTo>
                  <a:pt x="54067" y="308857"/>
                  <a:pt x="82205" y="259015"/>
                  <a:pt x="117203" y="212080"/>
                </a:cubicBezTo>
                <a:cubicBezTo>
                  <a:pt x="151193" y="165223"/>
                  <a:pt x="188322" y="123597"/>
                  <a:pt x="228591" y="87204"/>
                </a:cubicBezTo>
                <a:cubicBezTo>
                  <a:pt x="268860" y="50811"/>
                  <a:pt x="309245" y="21743"/>
                  <a:pt x="349747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BE" sz="10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44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6102AC0-F19C-45A3-9A9D-B0D64DB004C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63286" y="1"/>
            <a:ext cx="6011355" cy="5143499"/>
          </a:xfrm>
          <a:custGeom>
            <a:avLst/>
            <a:gdLst>
              <a:gd name="connsiteX0" fmla="*/ 0 w 8232854"/>
              <a:gd name="connsiteY0" fmla="*/ 0 h 6857999"/>
              <a:gd name="connsiteX1" fmla="*/ 5883438 w 8232854"/>
              <a:gd name="connsiteY1" fmla="*/ 0 h 6857999"/>
              <a:gd name="connsiteX2" fmla="*/ 8232854 w 8232854"/>
              <a:gd name="connsiteY2" fmla="*/ 6844108 h 6857999"/>
              <a:gd name="connsiteX3" fmla="*/ 607 w 8232854"/>
              <a:gd name="connsiteY3" fmla="*/ 6857999 h 6857999"/>
              <a:gd name="connsiteX4" fmla="*/ 0 w 8232854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32854" h="6857999">
                <a:moveTo>
                  <a:pt x="0" y="0"/>
                </a:moveTo>
                <a:lnTo>
                  <a:pt x="5883438" y="0"/>
                </a:lnTo>
                <a:lnTo>
                  <a:pt x="8232854" y="6844108"/>
                </a:lnTo>
                <a:lnTo>
                  <a:pt x="607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accent4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Klik</a:t>
            </a:r>
            <a:r>
              <a:rPr lang="en-US"/>
              <a:t> op </a:t>
            </a:r>
            <a:r>
              <a:rPr lang="en-US" err="1"/>
              <a:t>icoon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foto</a:t>
            </a:r>
            <a:r>
              <a:rPr lang="en-US"/>
              <a:t> (min </a:t>
            </a:r>
            <a:r>
              <a:rPr lang="nl-BE"/>
              <a:t>resolutie </a:t>
            </a:r>
            <a:r>
              <a:rPr lang="en-US"/>
              <a:t>72 DPI</a:t>
            </a:r>
            <a:r>
              <a:rPr lang="nl-BE"/>
              <a:t>)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28D9E02-34B7-4AA9-A820-3BFB70B95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C43F41A-8FBB-4AE1-9593-E17E909E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t>‹nr.›</a:t>
            </a:fld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38A7250-1A84-484F-8ED9-8FAD13CC72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2328" y="548640"/>
            <a:ext cx="2281832" cy="4101942"/>
          </a:xfrm>
        </p:spPr>
        <p:txBody>
          <a:bodyPr anchor="ctr" anchorCtr="0">
            <a:normAutofit/>
          </a:bodyPr>
          <a:lstStyle>
            <a:lvl1pPr algn="r">
              <a:lnSpc>
                <a:spcPct val="100000"/>
              </a:lnSpc>
              <a:defRPr sz="3300" b="1">
                <a:latin typeface="+mj-lt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nl-NL"/>
              <a:t>Quote</a:t>
            </a:r>
            <a:endParaRPr lang="nl-BE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2B16C0A-8A9F-4770-8F4E-140648204FC1}"/>
              </a:ext>
            </a:extLst>
          </p:cNvPr>
          <p:cNvSpPr/>
          <p:nvPr userDrawn="1"/>
        </p:nvSpPr>
        <p:spPr>
          <a:xfrm>
            <a:off x="5396258" y="548640"/>
            <a:ext cx="778383" cy="562295"/>
          </a:xfrm>
          <a:custGeom>
            <a:avLst/>
            <a:gdLst/>
            <a:ahLst/>
            <a:cxnLst/>
            <a:rect l="l" t="t" r="r" b="b"/>
            <a:pathLst>
              <a:path w="1037844" h="749726">
                <a:moveTo>
                  <a:pt x="959709" y="0"/>
                </a:moveTo>
                <a:lnTo>
                  <a:pt x="1037844" y="100459"/>
                </a:lnTo>
                <a:cubicBezTo>
                  <a:pt x="1008815" y="149138"/>
                  <a:pt x="986413" y="192702"/>
                  <a:pt x="970639" y="231149"/>
                </a:cubicBezTo>
                <a:cubicBezTo>
                  <a:pt x="954865" y="269596"/>
                  <a:pt x="946881" y="306648"/>
                  <a:pt x="946687" y="342305"/>
                </a:cubicBezTo>
                <a:cubicBezTo>
                  <a:pt x="946571" y="372458"/>
                  <a:pt x="953314" y="403309"/>
                  <a:pt x="966918" y="434857"/>
                </a:cubicBezTo>
                <a:cubicBezTo>
                  <a:pt x="980522" y="466406"/>
                  <a:pt x="1001684" y="501908"/>
                  <a:pt x="1030403" y="541363"/>
                </a:cubicBezTo>
                <a:cubicBezTo>
                  <a:pt x="1030170" y="570392"/>
                  <a:pt x="1024589" y="597444"/>
                  <a:pt x="1013660" y="622520"/>
                </a:cubicBezTo>
                <a:cubicBezTo>
                  <a:pt x="1002730" y="647596"/>
                  <a:pt x="987847" y="669533"/>
                  <a:pt x="969011" y="688330"/>
                </a:cubicBezTo>
                <a:cubicBezTo>
                  <a:pt x="950214" y="707166"/>
                  <a:pt x="928277" y="722049"/>
                  <a:pt x="903201" y="732979"/>
                </a:cubicBezTo>
                <a:cubicBezTo>
                  <a:pt x="878125" y="743909"/>
                  <a:pt x="851073" y="749490"/>
                  <a:pt x="822043" y="749722"/>
                </a:cubicBezTo>
                <a:cubicBezTo>
                  <a:pt x="799370" y="749877"/>
                  <a:pt x="775883" y="745846"/>
                  <a:pt x="751583" y="737630"/>
                </a:cubicBezTo>
                <a:cubicBezTo>
                  <a:pt x="727282" y="729413"/>
                  <a:pt x="704260" y="716081"/>
                  <a:pt x="682517" y="697632"/>
                </a:cubicBezTo>
                <a:cubicBezTo>
                  <a:pt x="659883" y="680036"/>
                  <a:pt x="641899" y="656627"/>
                  <a:pt x="628567" y="627404"/>
                </a:cubicBezTo>
                <a:cubicBezTo>
                  <a:pt x="615234" y="598181"/>
                  <a:pt x="608413" y="562679"/>
                  <a:pt x="608103" y="520899"/>
                </a:cubicBezTo>
                <a:cubicBezTo>
                  <a:pt x="608684" y="467452"/>
                  <a:pt x="619614" y="414355"/>
                  <a:pt x="640892" y="361606"/>
                </a:cubicBezTo>
                <a:cubicBezTo>
                  <a:pt x="662169" y="308857"/>
                  <a:pt x="690307" y="259015"/>
                  <a:pt x="725305" y="212080"/>
                </a:cubicBezTo>
                <a:cubicBezTo>
                  <a:pt x="760187" y="165223"/>
                  <a:pt x="797859" y="123597"/>
                  <a:pt x="838321" y="87204"/>
                </a:cubicBezTo>
                <a:cubicBezTo>
                  <a:pt x="878784" y="50811"/>
                  <a:pt x="919247" y="21743"/>
                  <a:pt x="959709" y="0"/>
                </a:cubicBezTo>
                <a:close/>
                <a:moveTo>
                  <a:pt x="349747" y="0"/>
                </a:moveTo>
                <a:lnTo>
                  <a:pt x="429730" y="100459"/>
                </a:lnTo>
                <a:cubicBezTo>
                  <a:pt x="399893" y="149138"/>
                  <a:pt x="377262" y="192702"/>
                  <a:pt x="361837" y="231149"/>
                </a:cubicBezTo>
                <a:cubicBezTo>
                  <a:pt x="346413" y="269596"/>
                  <a:pt x="338662" y="306648"/>
                  <a:pt x="338584" y="342305"/>
                </a:cubicBezTo>
                <a:cubicBezTo>
                  <a:pt x="338391" y="372458"/>
                  <a:pt x="344824" y="403309"/>
                  <a:pt x="357886" y="434857"/>
                </a:cubicBezTo>
                <a:cubicBezTo>
                  <a:pt x="370947" y="466406"/>
                  <a:pt x="391798" y="501908"/>
                  <a:pt x="420440" y="541363"/>
                </a:cubicBezTo>
                <a:cubicBezTo>
                  <a:pt x="420207" y="570392"/>
                  <a:pt x="414626" y="597444"/>
                  <a:pt x="403697" y="622520"/>
                </a:cubicBezTo>
                <a:cubicBezTo>
                  <a:pt x="392767" y="647596"/>
                  <a:pt x="377884" y="669533"/>
                  <a:pt x="359048" y="688330"/>
                </a:cubicBezTo>
                <a:cubicBezTo>
                  <a:pt x="340251" y="707166"/>
                  <a:pt x="318314" y="722049"/>
                  <a:pt x="293238" y="732979"/>
                </a:cubicBezTo>
                <a:cubicBezTo>
                  <a:pt x="268162" y="743909"/>
                  <a:pt x="241110" y="749490"/>
                  <a:pt x="212081" y="749722"/>
                </a:cubicBezTo>
                <a:cubicBezTo>
                  <a:pt x="189408" y="749877"/>
                  <a:pt x="165921" y="745846"/>
                  <a:pt x="141620" y="737630"/>
                </a:cubicBezTo>
                <a:cubicBezTo>
                  <a:pt x="117319" y="729413"/>
                  <a:pt x="94297" y="716081"/>
                  <a:pt x="72554" y="697632"/>
                </a:cubicBezTo>
                <a:cubicBezTo>
                  <a:pt x="50811" y="680036"/>
                  <a:pt x="33371" y="656627"/>
                  <a:pt x="20232" y="627404"/>
                </a:cubicBezTo>
                <a:cubicBezTo>
                  <a:pt x="7093" y="598181"/>
                  <a:pt x="349" y="562679"/>
                  <a:pt x="0" y="520899"/>
                </a:cubicBezTo>
                <a:cubicBezTo>
                  <a:pt x="582" y="467452"/>
                  <a:pt x="11511" y="414355"/>
                  <a:pt x="32789" y="361606"/>
                </a:cubicBezTo>
                <a:cubicBezTo>
                  <a:pt x="54067" y="308857"/>
                  <a:pt x="82205" y="259015"/>
                  <a:pt x="117203" y="212080"/>
                </a:cubicBezTo>
                <a:cubicBezTo>
                  <a:pt x="151193" y="165223"/>
                  <a:pt x="188322" y="123597"/>
                  <a:pt x="228591" y="87204"/>
                </a:cubicBezTo>
                <a:cubicBezTo>
                  <a:pt x="268860" y="50811"/>
                  <a:pt x="309245" y="21743"/>
                  <a:pt x="34974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BE" sz="1050"/>
          </a:p>
        </p:txBody>
      </p:sp>
    </p:spTree>
    <p:extLst>
      <p:ext uri="{BB962C8B-B14F-4D97-AF65-F5344CB8AC3E}">
        <p14:creationId xmlns:p14="http://schemas.microsoft.com/office/powerpoint/2010/main" val="290221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A646AE-525C-4E05-AC23-070AEB611B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A4E71-19A2-489E-A860-0F722BD396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93247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B578C3A-70B1-4CC3-B6DF-285E946033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01" y="0"/>
            <a:ext cx="89916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4BF960-82A5-4285-8E8D-3D38ABFF4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2BFD9-E786-4CE8-B808-F14E6DDBFF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BE"/>
              <a:t>Voettekst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44FAA-B041-4107-9B51-26A8D1A19D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  <p:sp>
        <p:nvSpPr>
          <p:cNvPr id="14" name="Rechthoek 6">
            <a:extLst>
              <a:ext uri="{FF2B5EF4-FFF2-40B4-BE49-F238E27FC236}">
                <a16:creationId xmlns:a16="http://schemas.microsoft.com/office/drawing/2014/main" id="{18BD1D03-02DC-41F4-B683-DD75602FC23A}"/>
              </a:ext>
            </a:extLst>
          </p:cNvPr>
          <p:cNvSpPr/>
          <p:nvPr userDrawn="1"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97A97DD-ACFA-4032-B2B4-DE6E6DE74F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1194198"/>
            <a:ext cx="7885510" cy="3456385"/>
          </a:xfrm>
        </p:spPr>
        <p:txBody>
          <a:bodyPr numCol="2" spcCol="720000"/>
          <a:lstStyle>
            <a:lvl1pPr marL="310500" indent="-310500">
              <a:spcBef>
                <a:spcPts val="1800"/>
              </a:spcBef>
              <a:buClr>
                <a:schemeClr val="accent4"/>
              </a:buClr>
              <a:buSzPct val="100000"/>
              <a:buFont typeface="+mj-lt"/>
              <a:buAutoNum type="arabicPeriod"/>
              <a:defRPr sz="2100" b="1">
                <a:latin typeface="+mj-lt"/>
              </a:defRPr>
            </a:lvl1pPr>
            <a:lvl2pPr marL="486000">
              <a:defRPr/>
            </a:lvl2pPr>
            <a:lvl3pPr marL="648000">
              <a:defRPr/>
            </a:lvl3pPr>
            <a:lvl4pPr marL="810000">
              <a:defRPr/>
            </a:lvl4pPr>
            <a:lvl5pPr marL="972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8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jdslij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0DF5271-02F7-4C8C-AC86-45A1A87C4A62}"/>
              </a:ext>
            </a:extLst>
          </p:cNvPr>
          <p:cNvSpPr/>
          <p:nvPr userDrawn="1"/>
        </p:nvSpPr>
        <p:spPr>
          <a:xfrm>
            <a:off x="628650" y="1194199"/>
            <a:ext cx="7885510" cy="34563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222AB-A6A7-4BBD-AC26-A44C50272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B1B38-DEA4-4A55-809D-15E9FB606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BE"/>
              <a:t>Voettekst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0AB6F-A9C9-4374-960A-E309A5EFDE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  <p:sp>
        <p:nvSpPr>
          <p:cNvPr id="12" name="SmartArt Placeholder 11">
            <a:extLst>
              <a:ext uri="{FF2B5EF4-FFF2-40B4-BE49-F238E27FC236}">
                <a16:creationId xmlns:a16="http://schemas.microsoft.com/office/drawing/2014/main" id="{CA428AEB-76E8-4F1F-A696-CC90A0005457}"/>
              </a:ext>
            </a:extLst>
          </p:cNvPr>
          <p:cNvSpPr>
            <a:spLocks noGrp="1"/>
          </p:cNvSpPr>
          <p:nvPr>
            <p:ph type="dgm" sz="quarter" idx="12"/>
          </p:nvPr>
        </p:nvSpPr>
        <p:spPr>
          <a:xfrm>
            <a:off x="1795806" y="1484051"/>
            <a:ext cx="6575196" cy="216000"/>
          </a:xfrm>
        </p:spPr>
        <p:txBody>
          <a:bodyPr/>
          <a:lstStyle/>
          <a:p>
            <a:r>
              <a:rPr lang="nl-NL"/>
              <a:t>Klik op het pictogram om een SmartArt-graphic toe te voegen</a:t>
            </a:r>
            <a:endParaRPr lang="nl-BE"/>
          </a:p>
        </p:txBody>
      </p:sp>
      <p:sp>
        <p:nvSpPr>
          <p:cNvPr id="15" name="Table Placeholder 14">
            <a:extLst>
              <a:ext uri="{FF2B5EF4-FFF2-40B4-BE49-F238E27FC236}">
                <a16:creationId xmlns:a16="http://schemas.microsoft.com/office/drawing/2014/main" id="{B6F23DDE-9419-4249-A153-DC47F37D8CE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21755" y="1770754"/>
            <a:ext cx="7700491" cy="2792454"/>
          </a:xfrm>
        </p:spPr>
        <p:txBody>
          <a:bodyPr/>
          <a:lstStyle/>
          <a:p>
            <a:r>
              <a:rPr lang="nl-NL"/>
              <a:t>Klik op het pictogram als u een tabel wilt toevoegen</a:t>
            </a:r>
            <a:endParaRPr lang="nl-BE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41A74B6-DD02-4BC3-A81B-F28A17EBC5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5806" y="2130635"/>
            <a:ext cx="797718" cy="216000"/>
          </a:xfrm>
          <a:prstGeom prst="roundRect">
            <a:avLst>
              <a:gd name="adj" fmla="val 9167"/>
            </a:avLst>
          </a:prstGeom>
          <a:solidFill>
            <a:schemeClr val="accent4"/>
          </a:solidFill>
        </p:spPr>
        <p:txBody>
          <a:bodyPr wrap="square" lIns="72000" tIns="72000" rIns="72000" bIns="72000" anchor="ctr">
            <a:noAutofit/>
          </a:bodyPr>
          <a:lstStyle>
            <a:lvl1pPr algn="ctr"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7" name="Text Placeholder 16">
            <a:extLst>
              <a:ext uri="{FF2B5EF4-FFF2-40B4-BE49-F238E27FC236}">
                <a16:creationId xmlns:a16="http://schemas.microsoft.com/office/drawing/2014/main" id="{388766CC-1C6B-4250-BC09-5F5E195A87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5806" y="3081454"/>
            <a:ext cx="797718" cy="216000"/>
          </a:xfrm>
          <a:prstGeom prst="roundRect">
            <a:avLst>
              <a:gd name="adj" fmla="val 9167"/>
            </a:avLst>
          </a:prstGeom>
          <a:solidFill>
            <a:schemeClr val="accent2"/>
          </a:solidFill>
        </p:spPr>
        <p:txBody>
          <a:bodyPr wrap="square" lIns="72000" tIns="72000" rIns="72000" bIns="72000" anchor="ctr">
            <a:noAutofit/>
          </a:bodyPr>
          <a:lstStyle>
            <a:lvl1pPr algn="ctr"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8441DAEC-D24A-4E24-A402-1CC4710808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5806" y="4004854"/>
            <a:ext cx="797718" cy="216000"/>
          </a:xfrm>
          <a:prstGeom prst="roundRect">
            <a:avLst>
              <a:gd name="adj" fmla="val 9167"/>
            </a:avLst>
          </a:prstGeom>
          <a:solidFill>
            <a:schemeClr val="accent1"/>
          </a:solidFill>
        </p:spPr>
        <p:txBody>
          <a:bodyPr wrap="square" lIns="72000" tIns="72000" rIns="72000" bIns="72000" anchor="ctr">
            <a:noAutofit/>
          </a:bodyPr>
          <a:lstStyle>
            <a:lvl1pPr algn="ctr"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C6C7B9BF-9096-4141-900E-0C07FD04B63E}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>
          <a:xfrm>
            <a:off x="3667575" y="1854811"/>
            <a:ext cx="670917" cy="767648"/>
          </a:xfrm>
          <a:custGeom>
            <a:avLst/>
            <a:gdLst>
              <a:gd name="connsiteX0" fmla="*/ 162767 w 889104"/>
              <a:gd name="connsiteY0" fmla="*/ 0 h 1017292"/>
              <a:gd name="connsiteX1" fmla="*/ 889104 w 889104"/>
              <a:gd name="connsiteY1" fmla="*/ 508168 h 1017292"/>
              <a:gd name="connsiteX2" fmla="*/ 160857 w 889104"/>
              <a:gd name="connsiteY2" fmla="*/ 1017292 h 1017292"/>
              <a:gd name="connsiteX3" fmla="*/ 0 w 889104"/>
              <a:gd name="connsiteY3" fmla="*/ 790908 h 1017292"/>
              <a:gd name="connsiteX4" fmla="*/ 403670 w 889104"/>
              <a:gd name="connsiteY4" fmla="*/ 508168 h 1017292"/>
              <a:gd name="connsiteX5" fmla="*/ 956 w 889104"/>
              <a:gd name="connsiteY5" fmla="*/ 226383 h 101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9104" h="1017292">
                <a:moveTo>
                  <a:pt x="162767" y="0"/>
                </a:moveTo>
                <a:lnTo>
                  <a:pt x="889104" y="508168"/>
                </a:lnTo>
                <a:lnTo>
                  <a:pt x="160857" y="1017292"/>
                </a:lnTo>
                <a:lnTo>
                  <a:pt x="0" y="790908"/>
                </a:lnTo>
                <a:lnTo>
                  <a:pt x="403670" y="508168"/>
                </a:lnTo>
                <a:lnTo>
                  <a:pt x="956" y="22638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none" lIns="72000" tIns="72000" rIns="72000" bIns="72000" anchor="ctr">
            <a:noAutofit/>
          </a:bodyPr>
          <a:lstStyle>
            <a:lvl1pPr algn="ctr">
              <a:defRPr sz="105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B6A5EC07-BCB1-49B4-8C03-DA027A35A7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5806" y="1258949"/>
            <a:ext cx="391500" cy="184064"/>
          </a:xfrm>
          <a:prstGeom prst="roundRect">
            <a:avLst>
              <a:gd name="adj" fmla="val 9167"/>
            </a:avLst>
          </a:prstGeom>
          <a:solidFill>
            <a:schemeClr val="accent1"/>
          </a:solidFill>
        </p:spPr>
        <p:txBody>
          <a:bodyPr wrap="square" lIns="72000" tIns="72000" rIns="72000" bIns="72000" anchor="ctr">
            <a:noAutofit/>
          </a:bodyPr>
          <a:lstStyle>
            <a:lvl1pPr algn="ctr">
              <a:defRPr sz="105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jaar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0902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8E365-9778-4C40-AA58-C17DCFF70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7A015D-CC98-4ECA-BDBA-F0297C2169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6A5E5-BDF0-4E7D-803E-FE61AE47C4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3D95701-A0B9-4CE4-8280-12966CBFBB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1194198"/>
            <a:ext cx="7885510" cy="3456385"/>
          </a:xfrm>
        </p:spPr>
        <p:txBody>
          <a:bodyPr/>
          <a:lstStyle>
            <a:lvl1pPr marL="297000" indent="-297000">
              <a:buSzPct val="114000"/>
              <a:buFontTx/>
              <a:buBlip>
                <a:blip r:embed="rId2"/>
              </a:buBlip>
              <a:defRPr sz="2100"/>
            </a:lvl1pPr>
            <a:lvl2pPr marL="486000">
              <a:defRPr/>
            </a:lvl2pPr>
            <a:lvl3pPr marL="648000">
              <a:defRPr/>
            </a:lvl3pPr>
            <a:lvl4pPr marL="810000">
              <a:defRPr/>
            </a:lvl4pPr>
            <a:lvl5pPr marL="97200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ussentitel + Foto Code Shap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FA0B71D-8A8D-4470-A5F4-C62381A5019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030987" y="1507043"/>
            <a:ext cx="3483173" cy="1879997"/>
            <a:chOff x="5283199" y="2561298"/>
            <a:chExt cx="4282210" cy="2311266"/>
          </a:xfrm>
          <a:solidFill>
            <a:schemeClr val="accent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D9E1058-C866-4C03-AF09-B64706C4C549}"/>
                </a:ext>
              </a:extLst>
            </p:cNvPr>
            <p:cNvSpPr/>
            <p:nvPr/>
          </p:nvSpPr>
          <p:spPr>
            <a:xfrm>
              <a:off x="5283199" y="2561298"/>
              <a:ext cx="2773520" cy="2311266"/>
            </a:xfrm>
            <a:custGeom>
              <a:avLst/>
              <a:gdLst>
                <a:gd name="connsiteX0" fmla="*/ 2773520 w 2773520"/>
                <a:gd name="connsiteY0" fmla="*/ 141189 h 2311266"/>
                <a:gd name="connsiteX1" fmla="*/ 1983425 w 2773520"/>
                <a:gd name="connsiteY1" fmla="*/ 2311266 h 2311266"/>
                <a:gd name="connsiteX2" fmla="*/ 1596567 w 2773520"/>
                <a:gd name="connsiteY2" fmla="*/ 2170077 h 2311266"/>
                <a:gd name="connsiteX3" fmla="*/ 2386380 w 2773520"/>
                <a:gd name="connsiteY3" fmla="*/ 0 h 2311266"/>
                <a:gd name="connsiteX4" fmla="*/ 2773520 w 2773520"/>
                <a:gd name="connsiteY4" fmla="*/ 141189 h 2311266"/>
                <a:gd name="connsiteX5" fmla="*/ 1073603 w 2773520"/>
                <a:gd name="connsiteY5" fmla="*/ 497268 h 2311266"/>
                <a:gd name="connsiteX6" fmla="*/ 1312777 w 2773520"/>
                <a:gd name="connsiteY6" fmla="*/ 831886 h 2311266"/>
                <a:gd name="connsiteX7" fmla="*/ 717523 w 2773520"/>
                <a:gd name="connsiteY7" fmla="*/ 1248394 h 2311266"/>
                <a:gd name="connsiteX8" fmla="*/ 1314189 w 2773520"/>
                <a:gd name="connsiteY8" fmla="*/ 1666314 h 2311266"/>
                <a:gd name="connsiteX9" fmla="*/ 1076426 w 2773520"/>
                <a:gd name="connsiteY9" fmla="*/ 2000933 h 2311266"/>
                <a:gd name="connsiteX10" fmla="*/ 0 w 2773520"/>
                <a:gd name="connsiteY10" fmla="*/ 1248394 h 2311266"/>
                <a:gd name="connsiteX11" fmla="*/ 1073603 w 2773520"/>
                <a:gd name="connsiteY11" fmla="*/ 497268 h 231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73520" h="2311266">
                  <a:moveTo>
                    <a:pt x="2773520" y="141189"/>
                  </a:moveTo>
                  <a:lnTo>
                    <a:pt x="1983425" y="2311266"/>
                  </a:lnTo>
                  <a:lnTo>
                    <a:pt x="1596567" y="2170077"/>
                  </a:lnTo>
                  <a:lnTo>
                    <a:pt x="2386380" y="0"/>
                  </a:lnTo>
                  <a:lnTo>
                    <a:pt x="2773520" y="141189"/>
                  </a:lnTo>
                  <a:close/>
                  <a:moveTo>
                    <a:pt x="1073603" y="497268"/>
                  </a:moveTo>
                  <a:lnTo>
                    <a:pt x="1312777" y="831886"/>
                  </a:lnTo>
                  <a:lnTo>
                    <a:pt x="717523" y="1248394"/>
                  </a:lnTo>
                  <a:lnTo>
                    <a:pt x="1314189" y="1666314"/>
                  </a:lnTo>
                  <a:lnTo>
                    <a:pt x="1076426" y="2000933"/>
                  </a:lnTo>
                  <a:lnTo>
                    <a:pt x="0" y="1248394"/>
                  </a:lnTo>
                  <a:lnTo>
                    <a:pt x="1073603" y="497268"/>
                  </a:lnTo>
                  <a:close/>
                </a:path>
              </a:pathLst>
            </a:custGeom>
            <a:grpFill/>
            <a:ln w="282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350" b="0" i="0" u="none" strike="noStrike" kern="1200" cap="none" spc="0" normalizeH="0" baseline="0" noProof="0">
                <a:ln>
                  <a:noFill/>
                </a:ln>
                <a:solidFill>
                  <a:srgbClr val="373636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58E1EB3-419F-4F98-AF8B-5CC9CE565401}"/>
                </a:ext>
              </a:extLst>
            </p:cNvPr>
            <p:cNvSpPr/>
            <p:nvPr/>
          </p:nvSpPr>
          <p:spPr>
            <a:xfrm>
              <a:off x="8251220" y="3044141"/>
              <a:ext cx="1314189" cy="1503664"/>
            </a:xfrm>
            <a:custGeom>
              <a:avLst/>
              <a:gdLst>
                <a:gd name="connsiteX0" fmla="*/ 0 w 1314189"/>
                <a:gd name="connsiteY0" fmla="*/ 1169046 h 1503664"/>
                <a:gd name="connsiteX1" fmla="*/ 596666 w 1314189"/>
                <a:gd name="connsiteY1" fmla="*/ 751126 h 1503664"/>
                <a:gd name="connsiteX2" fmla="*/ 1412 w 1314189"/>
                <a:gd name="connsiteY2" fmla="*/ 334618 h 1503664"/>
                <a:gd name="connsiteX3" fmla="*/ 240586 w 1314189"/>
                <a:gd name="connsiteY3" fmla="*/ 0 h 1503664"/>
                <a:gd name="connsiteX4" fmla="*/ 1314189 w 1314189"/>
                <a:gd name="connsiteY4" fmla="*/ 751126 h 1503664"/>
                <a:gd name="connsiteX5" fmla="*/ 237763 w 1314189"/>
                <a:gd name="connsiteY5" fmla="*/ 1503665 h 150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4189" h="1503664">
                  <a:moveTo>
                    <a:pt x="0" y="1169046"/>
                  </a:moveTo>
                  <a:lnTo>
                    <a:pt x="596666" y="751126"/>
                  </a:lnTo>
                  <a:lnTo>
                    <a:pt x="1412" y="334618"/>
                  </a:lnTo>
                  <a:lnTo>
                    <a:pt x="240586" y="0"/>
                  </a:lnTo>
                  <a:lnTo>
                    <a:pt x="1314189" y="751126"/>
                  </a:lnTo>
                  <a:lnTo>
                    <a:pt x="237763" y="1503665"/>
                  </a:lnTo>
                  <a:close/>
                </a:path>
              </a:pathLst>
            </a:custGeom>
            <a:grpFill/>
            <a:ln w="282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350" b="0" i="0" u="none" strike="noStrike" kern="1200" cap="none" spc="0" normalizeH="0" baseline="0" noProof="0">
                <a:ln>
                  <a:noFill/>
                </a:ln>
                <a:solidFill>
                  <a:srgbClr val="373636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Rechthoek 6">
            <a:extLst>
              <a:ext uri="{FF2B5EF4-FFF2-40B4-BE49-F238E27FC236}">
                <a16:creationId xmlns:a16="http://schemas.microsoft.com/office/drawing/2014/main" id="{6F45857B-E452-48F1-B0B6-4B82FEC46E0F}"/>
              </a:ext>
            </a:extLst>
          </p:cNvPr>
          <p:cNvSpPr/>
          <p:nvPr userDrawn="1"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1FFC41D3-74EC-4786-913E-170737D7DD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36774" y="787468"/>
            <a:ext cx="2893749" cy="3422201"/>
          </a:xfrm>
          <a:custGeom>
            <a:avLst/>
            <a:gdLst>
              <a:gd name="connsiteX0" fmla="*/ 730069 w 3858332"/>
              <a:gd name="connsiteY0" fmla="*/ 0 h 4562935"/>
              <a:gd name="connsiteX1" fmla="*/ 2483194 w 3858332"/>
              <a:gd name="connsiteY1" fmla="*/ 1226541 h 4562935"/>
              <a:gd name="connsiteX2" fmla="*/ 1723825 w 3858332"/>
              <a:gd name="connsiteY2" fmla="*/ 3312972 h 4562935"/>
              <a:gd name="connsiteX3" fmla="*/ 2143388 w 3858332"/>
              <a:gd name="connsiteY3" fmla="*/ 3466097 h 4562935"/>
              <a:gd name="connsiteX4" fmla="*/ 2862229 w 3858332"/>
              <a:gd name="connsiteY4" fmla="*/ 1491726 h 4562935"/>
              <a:gd name="connsiteX5" fmla="*/ 3264711 w 3858332"/>
              <a:gd name="connsiteY5" fmla="*/ 1773315 h 4562935"/>
              <a:gd name="connsiteX6" fmla="*/ 3212754 w 3858332"/>
              <a:gd name="connsiteY6" fmla="*/ 1846005 h 4562935"/>
              <a:gd name="connsiteX7" fmla="*/ 3858332 w 3858332"/>
              <a:gd name="connsiteY7" fmla="*/ 2297725 h 4562935"/>
              <a:gd name="connsiteX8" fmla="*/ 3211223 w 3858332"/>
              <a:gd name="connsiteY8" fmla="*/ 2750976 h 4562935"/>
              <a:gd name="connsiteX9" fmla="*/ 3245106 w 3858332"/>
              <a:gd name="connsiteY9" fmla="*/ 2798662 h 4562935"/>
              <a:gd name="connsiteX10" fmla="*/ 721502 w 3858332"/>
              <a:gd name="connsiteY10" fmla="*/ 4562935 h 4562935"/>
              <a:gd name="connsiteX11" fmla="*/ 0 w 3858332"/>
              <a:gd name="connsiteY11" fmla="*/ 3547520 h 4562935"/>
              <a:gd name="connsiteX12" fmla="*/ 877975 w 3858332"/>
              <a:gd name="connsiteY12" fmla="*/ 2932564 h 4562935"/>
              <a:gd name="connsiteX13" fmla="*/ 1159711 w 3858332"/>
              <a:gd name="connsiteY13" fmla="*/ 3129528 h 4562935"/>
              <a:gd name="connsiteX14" fmla="*/ 1417574 w 3858332"/>
              <a:gd name="connsiteY14" fmla="*/ 2766621 h 4562935"/>
              <a:gd name="connsiteX15" fmla="*/ 1266234 w 3858332"/>
              <a:gd name="connsiteY15" fmla="*/ 2660618 h 4562935"/>
              <a:gd name="connsiteX16" fmla="*/ 1810608 w 3858332"/>
              <a:gd name="connsiteY16" fmla="*/ 2279324 h 4562935"/>
              <a:gd name="connsiteX17" fmla="*/ 1314865 w 3858332"/>
              <a:gd name="connsiteY17" fmla="*/ 1932445 h 4562935"/>
              <a:gd name="connsiteX18" fmla="*/ 1416043 w 3858332"/>
              <a:gd name="connsiteY18" fmla="*/ 1861649 h 4562935"/>
              <a:gd name="connsiteX19" fmla="*/ 1156649 w 3858332"/>
              <a:gd name="connsiteY19" fmla="*/ 1498743 h 4562935"/>
              <a:gd name="connsiteX20" fmla="*/ 925829 w 3858332"/>
              <a:gd name="connsiteY20" fmla="*/ 1660231 h 4562935"/>
              <a:gd name="connsiteX21" fmla="*/ 4285 w 3858332"/>
              <a:gd name="connsiteY21" fmla="*/ 1015413 h 4562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858332" h="4562935">
                <a:moveTo>
                  <a:pt x="730069" y="0"/>
                </a:moveTo>
                <a:lnTo>
                  <a:pt x="2483194" y="1226541"/>
                </a:lnTo>
                <a:lnTo>
                  <a:pt x="1723825" y="3312972"/>
                </a:lnTo>
                <a:lnTo>
                  <a:pt x="2143388" y="3466097"/>
                </a:lnTo>
                <a:lnTo>
                  <a:pt x="2862229" y="1491726"/>
                </a:lnTo>
                <a:lnTo>
                  <a:pt x="3264711" y="1773315"/>
                </a:lnTo>
                <a:lnTo>
                  <a:pt x="3212754" y="1846005"/>
                </a:lnTo>
                <a:lnTo>
                  <a:pt x="3858332" y="2297725"/>
                </a:lnTo>
                <a:lnTo>
                  <a:pt x="3211223" y="2750976"/>
                </a:lnTo>
                <a:lnTo>
                  <a:pt x="3245106" y="2798662"/>
                </a:lnTo>
                <a:lnTo>
                  <a:pt x="721502" y="4562935"/>
                </a:lnTo>
                <a:lnTo>
                  <a:pt x="0" y="3547520"/>
                </a:lnTo>
                <a:lnTo>
                  <a:pt x="877975" y="2932564"/>
                </a:lnTo>
                <a:lnTo>
                  <a:pt x="1159711" y="3129528"/>
                </a:lnTo>
                <a:lnTo>
                  <a:pt x="1417574" y="2766621"/>
                </a:lnTo>
                <a:lnTo>
                  <a:pt x="1266234" y="2660618"/>
                </a:lnTo>
                <a:lnTo>
                  <a:pt x="1810608" y="2279324"/>
                </a:lnTo>
                <a:lnTo>
                  <a:pt x="1314865" y="1932445"/>
                </a:lnTo>
                <a:lnTo>
                  <a:pt x="1416043" y="1861649"/>
                </a:lnTo>
                <a:lnTo>
                  <a:pt x="1156649" y="1498743"/>
                </a:lnTo>
                <a:lnTo>
                  <a:pt x="925829" y="1660231"/>
                </a:lnTo>
                <a:lnTo>
                  <a:pt x="4285" y="101541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50">
                <a:solidFill>
                  <a:schemeClr val="accent4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Klik</a:t>
            </a:r>
            <a:r>
              <a:rPr lang="en-US"/>
              <a:t> op </a:t>
            </a:r>
            <a:r>
              <a:rPr lang="en-US" err="1"/>
              <a:t>icoon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foto</a:t>
            </a:r>
            <a:r>
              <a:rPr lang="en-US"/>
              <a:t> (min </a:t>
            </a:r>
            <a:r>
              <a:rPr lang="nl-BE"/>
              <a:t>resolutie </a:t>
            </a:r>
            <a:r>
              <a:rPr lang="en-US"/>
              <a:t>72 DPI</a:t>
            </a:r>
            <a:r>
              <a:rPr lang="nl-BE"/>
              <a:t>)</a:t>
            </a:r>
          </a:p>
        </p:txBody>
      </p:sp>
      <p:pic>
        <p:nvPicPr>
          <p:cNvPr id="8" name="Picture 7" hidden="1">
            <a:extLst>
              <a:ext uri="{FF2B5EF4-FFF2-40B4-BE49-F238E27FC236}">
                <a16:creationId xmlns:a16="http://schemas.microsoft.com/office/drawing/2014/main" id="{58B05817-F3FA-46BB-B9B1-0872F0D69B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46889" y="746935"/>
            <a:ext cx="5171469" cy="4396565"/>
          </a:xfrm>
          <a:prstGeom prst="rect">
            <a:avLst/>
          </a:prstGeom>
        </p:spPr>
      </p:pic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75AB06CC-800E-4C2D-A84E-6F1C3E1F246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9954" y="1194197"/>
            <a:ext cx="3679157" cy="34385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nl-NL"/>
              <a:t>Eerste niveau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14" name="Tijdelijke aanduiding voor tekst 9">
            <a:extLst>
              <a:ext uri="{FF2B5EF4-FFF2-40B4-BE49-F238E27FC236}">
                <a16:creationId xmlns:a16="http://schemas.microsoft.com/office/drawing/2014/main" id="{6697E777-8604-42A9-8F0B-02333D626B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460" y="276225"/>
            <a:ext cx="3680100" cy="276039"/>
          </a:xfrm>
        </p:spPr>
        <p:txBody>
          <a:bodyPr anchor="ctr">
            <a:normAutofit/>
          </a:bodyPr>
          <a:lstStyle>
            <a:lvl1pPr>
              <a:defRPr sz="1500" b="0" u="none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BOVENTITEL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B8F964ED-5909-49F8-8F47-BD3F0E493C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459" y="552265"/>
            <a:ext cx="3680100" cy="527633"/>
          </a:xfrm>
          <a:prstGeom prst="rect">
            <a:avLst/>
          </a:prstGeom>
        </p:spPr>
        <p:txBody>
          <a:bodyPr anchor="t"/>
          <a:lstStyle>
            <a:lvl1pPr>
              <a:defRPr/>
            </a:lvl1pPr>
          </a:lstStyle>
          <a:p>
            <a:r>
              <a:rPr lang="nl-NL"/>
              <a:t>Hoofdtitel</a:t>
            </a:r>
            <a:endParaRPr lang="nl-BE"/>
          </a:p>
        </p:txBody>
      </p:sp>
      <p:sp>
        <p:nvSpPr>
          <p:cNvPr id="16" name="Tijdelijke aanduiding voor voettekst 4">
            <a:extLst>
              <a:ext uri="{FF2B5EF4-FFF2-40B4-BE49-F238E27FC236}">
                <a16:creationId xmlns:a16="http://schemas.microsoft.com/office/drawing/2014/main" id="{3732EE75-B596-422D-B820-F77A1E694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9841" y="4758736"/>
            <a:ext cx="3625069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BE"/>
              <a:t>Voettekst</a:t>
            </a:r>
          </a:p>
        </p:txBody>
      </p:sp>
      <p:sp>
        <p:nvSpPr>
          <p:cNvPr id="17" name="Tijdelijke aanduiding voor dianummer 5">
            <a:extLst>
              <a:ext uri="{FF2B5EF4-FFF2-40B4-BE49-F238E27FC236}">
                <a16:creationId xmlns:a16="http://schemas.microsoft.com/office/drawing/2014/main" id="{6C3ACB0A-EF63-4EFC-8237-EC902A9AB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5509" y="4758737"/>
            <a:ext cx="62865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041759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ot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picture containing floor&#10;&#10;Description automatically generated">
            <a:extLst>
              <a:ext uri="{FF2B5EF4-FFF2-40B4-BE49-F238E27FC236}">
                <a16:creationId xmlns:a16="http://schemas.microsoft.com/office/drawing/2014/main" id="{683ED076-46D5-42D9-91B0-E0C40ECCFC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64592" y="1"/>
            <a:ext cx="9002328" cy="51435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52542C1-CDF9-42AF-9ED9-D440E3D3E8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892952" y="1920973"/>
            <a:ext cx="4323322" cy="1733450"/>
            <a:chOff x="5283199" y="2561298"/>
            <a:chExt cx="5764429" cy="231126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42D1342-C18C-40BB-912C-F86D1E706C6F}"/>
                </a:ext>
              </a:extLst>
            </p:cNvPr>
            <p:cNvSpPr/>
            <p:nvPr/>
          </p:nvSpPr>
          <p:spPr>
            <a:xfrm>
              <a:off x="5283199" y="2561298"/>
              <a:ext cx="2773520" cy="2311266"/>
            </a:xfrm>
            <a:custGeom>
              <a:avLst/>
              <a:gdLst>
                <a:gd name="connsiteX0" fmla="*/ 2773520 w 2773520"/>
                <a:gd name="connsiteY0" fmla="*/ 141189 h 2311266"/>
                <a:gd name="connsiteX1" fmla="*/ 1983425 w 2773520"/>
                <a:gd name="connsiteY1" fmla="*/ 2311266 h 2311266"/>
                <a:gd name="connsiteX2" fmla="*/ 1596567 w 2773520"/>
                <a:gd name="connsiteY2" fmla="*/ 2170077 h 2311266"/>
                <a:gd name="connsiteX3" fmla="*/ 2386380 w 2773520"/>
                <a:gd name="connsiteY3" fmla="*/ 0 h 2311266"/>
                <a:gd name="connsiteX4" fmla="*/ 2773520 w 2773520"/>
                <a:gd name="connsiteY4" fmla="*/ 141189 h 2311266"/>
                <a:gd name="connsiteX5" fmla="*/ 1073603 w 2773520"/>
                <a:gd name="connsiteY5" fmla="*/ 497268 h 2311266"/>
                <a:gd name="connsiteX6" fmla="*/ 1312777 w 2773520"/>
                <a:gd name="connsiteY6" fmla="*/ 831886 h 2311266"/>
                <a:gd name="connsiteX7" fmla="*/ 717523 w 2773520"/>
                <a:gd name="connsiteY7" fmla="*/ 1248394 h 2311266"/>
                <a:gd name="connsiteX8" fmla="*/ 1314189 w 2773520"/>
                <a:gd name="connsiteY8" fmla="*/ 1666314 h 2311266"/>
                <a:gd name="connsiteX9" fmla="*/ 1076426 w 2773520"/>
                <a:gd name="connsiteY9" fmla="*/ 2000933 h 2311266"/>
                <a:gd name="connsiteX10" fmla="*/ 0 w 2773520"/>
                <a:gd name="connsiteY10" fmla="*/ 1248394 h 2311266"/>
                <a:gd name="connsiteX11" fmla="*/ 1073603 w 2773520"/>
                <a:gd name="connsiteY11" fmla="*/ 497268 h 231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73520" h="2311266">
                  <a:moveTo>
                    <a:pt x="2773520" y="141189"/>
                  </a:moveTo>
                  <a:lnTo>
                    <a:pt x="1983425" y="2311266"/>
                  </a:lnTo>
                  <a:lnTo>
                    <a:pt x="1596567" y="2170077"/>
                  </a:lnTo>
                  <a:lnTo>
                    <a:pt x="2386380" y="0"/>
                  </a:lnTo>
                  <a:lnTo>
                    <a:pt x="2773520" y="141189"/>
                  </a:lnTo>
                  <a:close/>
                  <a:moveTo>
                    <a:pt x="1073603" y="497268"/>
                  </a:moveTo>
                  <a:lnTo>
                    <a:pt x="1312777" y="831886"/>
                  </a:lnTo>
                  <a:lnTo>
                    <a:pt x="717523" y="1248394"/>
                  </a:lnTo>
                  <a:lnTo>
                    <a:pt x="1314189" y="1666314"/>
                  </a:lnTo>
                  <a:lnTo>
                    <a:pt x="1076426" y="2000933"/>
                  </a:lnTo>
                  <a:lnTo>
                    <a:pt x="0" y="1248394"/>
                  </a:lnTo>
                  <a:lnTo>
                    <a:pt x="1073603" y="497268"/>
                  </a:lnTo>
                  <a:close/>
                </a:path>
              </a:pathLst>
            </a:custGeom>
            <a:solidFill>
              <a:srgbClr val="FFF000"/>
            </a:solidFill>
            <a:ln w="282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350" b="0" i="0" u="none" strike="noStrike" kern="1200" cap="none" spc="0" normalizeH="0" baseline="0" noProof="0">
                <a:ln>
                  <a:noFill/>
                </a:ln>
                <a:solidFill>
                  <a:srgbClr val="373636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1405EE2-60D1-4C7A-A4B5-697C34C849EF}"/>
                </a:ext>
              </a:extLst>
            </p:cNvPr>
            <p:cNvSpPr/>
            <p:nvPr/>
          </p:nvSpPr>
          <p:spPr>
            <a:xfrm>
              <a:off x="9733439" y="2965098"/>
              <a:ext cx="1314189" cy="1503664"/>
            </a:xfrm>
            <a:custGeom>
              <a:avLst/>
              <a:gdLst>
                <a:gd name="connsiteX0" fmla="*/ 0 w 1314189"/>
                <a:gd name="connsiteY0" fmla="*/ 1169046 h 1503664"/>
                <a:gd name="connsiteX1" fmla="*/ 596666 w 1314189"/>
                <a:gd name="connsiteY1" fmla="*/ 751126 h 1503664"/>
                <a:gd name="connsiteX2" fmla="*/ 1412 w 1314189"/>
                <a:gd name="connsiteY2" fmla="*/ 334618 h 1503664"/>
                <a:gd name="connsiteX3" fmla="*/ 240586 w 1314189"/>
                <a:gd name="connsiteY3" fmla="*/ 0 h 1503664"/>
                <a:gd name="connsiteX4" fmla="*/ 1314189 w 1314189"/>
                <a:gd name="connsiteY4" fmla="*/ 751126 h 1503664"/>
                <a:gd name="connsiteX5" fmla="*/ 237763 w 1314189"/>
                <a:gd name="connsiteY5" fmla="*/ 1503665 h 150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4189" h="1503664">
                  <a:moveTo>
                    <a:pt x="0" y="1169046"/>
                  </a:moveTo>
                  <a:lnTo>
                    <a:pt x="596666" y="751126"/>
                  </a:lnTo>
                  <a:lnTo>
                    <a:pt x="1412" y="334618"/>
                  </a:lnTo>
                  <a:lnTo>
                    <a:pt x="240586" y="0"/>
                  </a:lnTo>
                  <a:lnTo>
                    <a:pt x="1314189" y="751126"/>
                  </a:lnTo>
                  <a:lnTo>
                    <a:pt x="237763" y="1503665"/>
                  </a:lnTo>
                  <a:close/>
                </a:path>
              </a:pathLst>
            </a:custGeom>
            <a:solidFill>
              <a:srgbClr val="FFF000"/>
            </a:solidFill>
            <a:ln w="282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350" b="0" i="0" u="none" strike="noStrike" kern="1200" cap="none" spc="0" normalizeH="0" baseline="0" noProof="0">
                <a:ln>
                  <a:noFill/>
                </a:ln>
                <a:solidFill>
                  <a:srgbClr val="373636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Rechthoek 6">
            <a:extLst>
              <a:ext uri="{FF2B5EF4-FFF2-40B4-BE49-F238E27FC236}">
                <a16:creationId xmlns:a16="http://schemas.microsoft.com/office/drawing/2014/main" id="{46866368-110F-436E-9B2D-DE05977BE19D}"/>
              </a:ext>
            </a:extLst>
          </p:cNvPr>
          <p:cNvSpPr/>
          <p:nvPr userDrawn="1"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D7A1FC-C9B7-4EF4-8B3E-178821379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42" y="943585"/>
            <a:ext cx="3150223" cy="1553901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6C235BE3-1A57-42B0-A76A-CBCC5A5CB6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474" y="3867392"/>
            <a:ext cx="3111591" cy="783190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3EF43F9-C1BE-4A9F-B44B-5A3FC35C4C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9842" y="2515954"/>
            <a:ext cx="3150223" cy="1091804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5" name="Tijdelijke aanduiding voor dianummer 5">
            <a:extLst>
              <a:ext uri="{FF2B5EF4-FFF2-40B4-BE49-F238E27FC236}">
                <a16:creationId xmlns:a16="http://schemas.microsoft.com/office/drawing/2014/main" id="{4F5F55EB-E944-4493-A42E-018FBF0C7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5509" y="4758737"/>
            <a:ext cx="62865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1">
                <a:noFill/>
                <a:latin typeface="+mj-lt"/>
              </a:defRPr>
            </a:lvl1pPr>
          </a:lstStyle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7757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ot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8B8AE1-9A59-46A6-B320-FCC9A25927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4592" y="0"/>
            <a:ext cx="8979408" cy="5143500"/>
          </a:xfrm>
          <a:prstGeom prst="rect">
            <a:avLst/>
          </a:prstGeom>
        </p:spPr>
      </p:pic>
      <p:sp>
        <p:nvSpPr>
          <p:cNvPr id="14" name="Rechthoek 6">
            <a:extLst>
              <a:ext uri="{FF2B5EF4-FFF2-40B4-BE49-F238E27FC236}">
                <a16:creationId xmlns:a16="http://schemas.microsoft.com/office/drawing/2014/main" id="{46866368-110F-436E-9B2D-DE05977BE19D}"/>
              </a:ext>
            </a:extLst>
          </p:cNvPr>
          <p:cNvSpPr/>
          <p:nvPr userDrawn="1"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D7A1FC-C9B7-4EF4-8B3E-178821379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8050" y="943585"/>
            <a:ext cx="5066110" cy="292380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r">
              <a:lnSpc>
                <a:spcPct val="100000"/>
              </a:lnSpc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pic>
        <p:nvPicPr>
          <p:cNvPr id="18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24D4B9F4-C9B4-4C0C-B2A0-4661A88B71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0276" y="4199916"/>
            <a:ext cx="1953884" cy="491794"/>
          </a:xfrm>
          <a:prstGeom prst="rect">
            <a:avLst/>
          </a:prstGeom>
        </p:spPr>
      </p:pic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55FA1061-F3D8-483D-9603-1D6EF0815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5509" y="4758737"/>
            <a:ext cx="62865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1">
                <a:noFill/>
                <a:latin typeface="+mj-lt"/>
              </a:defRPr>
            </a:lvl1pPr>
          </a:lstStyle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1697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efda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90F16B-3555-4DBB-1EE4-A3FEC2BEB9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nl-BE"/>
              <a:t>Voettekst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9383F-6D40-CE24-B150-C46D0F8FA9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1BC51C3F-D1F9-3AF0-E386-A2AB8DE458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92" y="448541"/>
            <a:ext cx="8088416" cy="424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480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solidFill>
          <a:srgbClr val="FFE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FEADFD0C-1342-4DBE-BBA6-0F8B8EB404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9841" y="4758736"/>
            <a:ext cx="3625069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BE"/>
              <a:t>Voettekst</a:t>
            </a:r>
          </a:p>
        </p:txBody>
      </p:sp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05684A5A-EFC0-4F17-B1FF-0499C8B9D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5509" y="4758737"/>
            <a:ext cx="62865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33F217-AF92-E8F1-9BAE-53CB66EABFC7}"/>
              </a:ext>
            </a:extLst>
          </p:cNvPr>
          <p:cNvSpPr txBox="1"/>
          <p:nvPr userDrawn="1"/>
        </p:nvSpPr>
        <p:spPr>
          <a:xfrm>
            <a:off x="2000250" y="3061625"/>
            <a:ext cx="62381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350"/>
              <a:t>Deze presentatie werd opgemaakt door Digitaal Vlaanderen.</a:t>
            </a:r>
          </a:p>
          <a:p>
            <a:r>
              <a:rPr lang="nl-NL" sz="1350"/>
              <a:t>Het is niet toegestaan om de inhoud van deze presentatie in welke vorm en/of op welke wijze dan ook te verspreiden, te publiceren of te hergebruiken zonder nadrukkelijke toestemming van de auteur.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8F03561-D5E3-BED0-D80B-3F242A7DB8AB}"/>
              </a:ext>
            </a:extLst>
          </p:cNvPr>
          <p:cNvSpPr/>
          <p:nvPr/>
        </p:nvSpPr>
        <p:spPr>
          <a:xfrm>
            <a:off x="0" y="2571750"/>
            <a:ext cx="1865353" cy="1879997"/>
          </a:xfrm>
          <a:custGeom>
            <a:avLst/>
            <a:gdLst>
              <a:gd name="connsiteX0" fmla="*/ 643508 w 2487137"/>
              <a:gd name="connsiteY0" fmla="*/ 539308 h 2506662"/>
              <a:gd name="connsiteX1" fmla="*/ 902902 w 2487137"/>
              <a:gd name="connsiteY1" fmla="*/ 902214 h 2506662"/>
              <a:gd name="connsiteX2" fmla="*/ 257325 w 2487137"/>
              <a:gd name="connsiteY2" fmla="*/ 1353934 h 2506662"/>
              <a:gd name="connsiteX3" fmla="*/ 904433 w 2487137"/>
              <a:gd name="connsiteY3" fmla="*/ 1807186 h 2506662"/>
              <a:gd name="connsiteX4" fmla="*/ 646570 w 2487137"/>
              <a:gd name="connsiteY4" fmla="*/ 2170093 h 2506662"/>
              <a:gd name="connsiteX5" fmla="*/ 0 w 2487137"/>
              <a:gd name="connsiteY5" fmla="*/ 1718071 h 2506662"/>
              <a:gd name="connsiteX6" fmla="*/ 0 w 2487137"/>
              <a:gd name="connsiteY6" fmla="*/ 989526 h 2506662"/>
              <a:gd name="connsiteX7" fmla="*/ 2067268 w 2487137"/>
              <a:gd name="connsiteY7" fmla="*/ 0 h 2506662"/>
              <a:gd name="connsiteX8" fmla="*/ 2487137 w 2487137"/>
              <a:gd name="connsiteY8" fmla="*/ 153125 h 2506662"/>
              <a:gd name="connsiteX9" fmla="*/ 1630247 w 2487137"/>
              <a:gd name="connsiteY9" fmla="*/ 2506662 h 2506662"/>
              <a:gd name="connsiteX10" fmla="*/ 1210684 w 2487137"/>
              <a:gd name="connsiteY10" fmla="*/ 2353537 h 250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7137" h="2506662">
                <a:moveTo>
                  <a:pt x="643508" y="539308"/>
                </a:moveTo>
                <a:lnTo>
                  <a:pt x="902902" y="902214"/>
                </a:lnTo>
                <a:lnTo>
                  <a:pt x="257325" y="1353934"/>
                </a:lnTo>
                <a:lnTo>
                  <a:pt x="904433" y="1807186"/>
                </a:lnTo>
                <a:lnTo>
                  <a:pt x="646570" y="2170093"/>
                </a:lnTo>
                <a:lnTo>
                  <a:pt x="0" y="1718071"/>
                </a:lnTo>
                <a:lnTo>
                  <a:pt x="0" y="989526"/>
                </a:lnTo>
                <a:close/>
                <a:moveTo>
                  <a:pt x="2067268" y="0"/>
                </a:moveTo>
                <a:lnTo>
                  <a:pt x="2487137" y="153125"/>
                </a:lnTo>
                <a:lnTo>
                  <a:pt x="1630247" y="2506662"/>
                </a:lnTo>
                <a:lnTo>
                  <a:pt x="1210684" y="2353537"/>
                </a:lnTo>
                <a:close/>
              </a:path>
            </a:pathLst>
          </a:custGeom>
          <a:solidFill>
            <a:schemeClr val="bg1"/>
          </a:solidFill>
          <a:ln w="2821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350" b="0" i="0" u="none" strike="noStrike" kern="1200" cap="none" spc="0" normalizeH="0" baseline="0" noProof="0">
              <a:ln>
                <a:noFill/>
              </a:ln>
              <a:solidFill>
                <a:srgbClr val="37363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F6993A-7F2C-3DA8-AC38-98EECFC131FD}"/>
              </a:ext>
            </a:extLst>
          </p:cNvPr>
          <p:cNvSpPr/>
          <p:nvPr/>
        </p:nvSpPr>
        <p:spPr>
          <a:xfrm>
            <a:off x="8473440" y="2964496"/>
            <a:ext cx="670560" cy="1223090"/>
          </a:xfrm>
          <a:custGeom>
            <a:avLst/>
            <a:gdLst>
              <a:gd name="connsiteX0" fmla="*/ 260925 w 894080"/>
              <a:gd name="connsiteY0" fmla="*/ 0 h 1630786"/>
              <a:gd name="connsiteX1" fmla="*/ 894080 w 894080"/>
              <a:gd name="connsiteY1" fmla="*/ 442975 h 1630786"/>
              <a:gd name="connsiteX2" fmla="*/ 894080 w 894080"/>
              <a:gd name="connsiteY2" fmla="*/ 1186002 h 1630786"/>
              <a:gd name="connsiteX3" fmla="*/ 257864 w 894080"/>
              <a:gd name="connsiteY3" fmla="*/ 1630786 h 1630786"/>
              <a:gd name="connsiteX4" fmla="*/ 0 w 894080"/>
              <a:gd name="connsiteY4" fmla="*/ 1267878 h 1630786"/>
              <a:gd name="connsiteX5" fmla="*/ 647109 w 894080"/>
              <a:gd name="connsiteY5" fmla="*/ 814627 h 1630786"/>
              <a:gd name="connsiteX6" fmla="*/ 1531 w 894080"/>
              <a:gd name="connsiteY6" fmla="*/ 362907 h 1630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080" h="1630786">
                <a:moveTo>
                  <a:pt x="260925" y="0"/>
                </a:moveTo>
                <a:lnTo>
                  <a:pt x="894080" y="442975"/>
                </a:lnTo>
                <a:lnTo>
                  <a:pt x="894080" y="1186002"/>
                </a:lnTo>
                <a:lnTo>
                  <a:pt x="257864" y="1630786"/>
                </a:lnTo>
                <a:lnTo>
                  <a:pt x="0" y="1267878"/>
                </a:lnTo>
                <a:lnTo>
                  <a:pt x="647109" y="814627"/>
                </a:lnTo>
                <a:lnTo>
                  <a:pt x="1531" y="362907"/>
                </a:lnTo>
                <a:close/>
              </a:path>
            </a:pathLst>
          </a:custGeom>
          <a:solidFill>
            <a:schemeClr val="bg1"/>
          </a:solidFill>
          <a:ln w="2821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350" b="0" i="0" u="none" strike="noStrike" kern="1200" cap="none" spc="0" normalizeH="0" baseline="0" noProof="0">
              <a:ln>
                <a:noFill/>
              </a:ln>
              <a:solidFill>
                <a:srgbClr val="37363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665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/>
          </p:cNvSpPr>
          <p:nvPr>
            <p:ph type="title"/>
          </p:nvPr>
        </p:nvSpPr>
        <p:spPr>
          <a:xfrm>
            <a:off x="457200" y="192608"/>
            <a:ext cx="8229600" cy="883992"/>
          </a:xfrm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3300" b="1"/>
              <a:t>Titeltekst</a:t>
            </a:r>
          </a:p>
        </p:txBody>
      </p:sp>
      <p:sp>
        <p:nvSpPr>
          <p:cNvPr id="27" name="Shape 27"/>
          <p:cNvSpPr>
            <a:spLocks noGrp="1"/>
          </p:cNvSpPr>
          <p:nvPr>
            <p:ph type="body" idx="1"/>
          </p:nvPr>
        </p:nvSpPr>
        <p:spPr>
          <a:xfrm>
            <a:off x="457200" y="1076599"/>
            <a:ext cx="4040188" cy="55455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75"/>
              </a:spcBef>
              <a:buSzTx/>
              <a:buFontTx/>
              <a:buNone/>
              <a:defRPr sz="1800"/>
            </a:lvl1pPr>
            <a:lvl2pPr marL="0" indent="342900">
              <a:spcBef>
                <a:spcPts val="375"/>
              </a:spcBef>
              <a:buSzTx/>
              <a:buFontTx/>
              <a:buNone/>
              <a:defRPr sz="1800"/>
            </a:lvl2pPr>
            <a:lvl3pPr marL="0" indent="685800">
              <a:spcBef>
                <a:spcPts val="375"/>
              </a:spcBef>
              <a:buSzTx/>
              <a:buFontTx/>
              <a:buNone/>
              <a:defRPr sz="1800"/>
            </a:lvl3pPr>
            <a:lvl4pPr marL="0" indent="1028700">
              <a:spcBef>
                <a:spcPts val="375"/>
              </a:spcBef>
              <a:buSzTx/>
              <a:buFontTx/>
              <a:buNone/>
              <a:defRPr sz="1800"/>
            </a:lvl4pPr>
            <a:lvl5pPr marL="0" indent="1371600">
              <a:spcBef>
                <a:spcPts val="375"/>
              </a:spcBef>
              <a:buSzTx/>
              <a:buFontTx/>
              <a:buNone/>
              <a:defRPr sz="1800"/>
            </a:lvl5pPr>
          </a:lstStyle>
          <a:p>
            <a:pPr lvl="0">
              <a:defRPr sz="1800"/>
            </a:pPr>
            <a:r>
              <a:rPr sz="1800"/>
              <a:t>Hoofdtekst - niveau één</a:t>
            </a:r>
          </a:p>
          <a:p>
            <a:pPr lvl="1">
              <a:defRPr sz="1800"/>
            </a:pPr>
            <a:r>
              <a:rPr sz="1800"/>
              <a:t>Hoofdtekst - niveau twee</a:t>
            </a:r>
          </a:p>
          <a:p>
            <a:pPr lvl="2">
              <a:defRPr sz="1800"/>
            </a:pPr>
            <a:r>
              <a:rPr sz="1800"/>
              <a:t>Hoofdtekst - niveau drie</a:t>
            </a:r>
          </a:p>
          <a:p>
            <a:pPr lvl="3">
              <a:defRPr sz="1800"/>
            </a:pPr>
            <a:r>
              <a:rPr sz="1800"/>
              <a:t>Hoofdtekst - niveau vier</a:t>
            </a:r>
          </a:p>
          <a:p>
            <a:pPr lvl="4">
              <a:defRPr sz="1800"/>
            </a:pPr>
            <a:r>
              <a:rPr sz="1800"/>
              <a:t>Hoofdtekst - niveau vijf</a:t>
            </a:r>
          </a:p>
        </p:txBody>
      </p:sp>
      <p:sp>
        <p:nvSpPr>
          <p:cNvPr id="28" name="Shape 28"/>
          <p:cNvSpPr>
            <a:spLocks noGrp="1"/>
          </p:cNvSpPr>
          <p:nvPr>
            <p:ph type="sldNum" sz="quarter" idx="2"/>
          </p:nvPr>
        </p:nvSpPr>
        <p:spPr>
          <a:xfrm>
            <a:off x="8429600" y="4731990"/>
            <a:ext cx="514400" cy="307777"/>
          </a:xfrm>
          <a:prstGeom prst="rect">
            <a:avLst/>
          </a:prstGeom>
        </p:spPr>
        <p:txBody>
          <a:bodyPr/>
          <a:lstStyle>
            <a:lvl1pPr algn="just">
              <a:defRPr/>
            </a:lvl1pPr>
          </a:lstStyle>
          <a:p>
            <a:fld id="{86CB4B4D-7CA3-9044-876B-883B54F8677D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2802683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/>
          </p:cNvSpPr>
          <p:nvPr>
            <p:ph type="title"/>
          </p:nvPr>
        </p:nvSpPr>
        <p:spPr>
          <a:xfrm>
            <a:off x="457200" y="0"/>
            <a:ext cx="3008314" cy="1076325"/>
          </a:xfrm>
          <a:prstGeom prst="rect">
            <a:avLst/>
          </a:prstGeom>
        </p:spPr>
        <p:txBody>
          <a:bodyPr anchor="b"/>
          <a:lstStyle>
            <a:lvl1pPr>
              <a:defRPr sz="1500">
                <a:latin typeface="Flanders Art Sans Bold"/>
                <a:ea typeface="Flanders Art Sans Bold"/>
                <a:cs typeface="Flanders Art Sans Bold"/>
                <a:sym typeface="Flanders Art Sans Bold"/>
              </a:defRPr>
            </a:lvl1pPr>
          </a:lstStyle>
          <a:p>
            <a:pPr lvl="0">
              <a:defRPr sz="1800" b="0"/>
            </a:pPr>
            <a:r>
              <a:rPr sz="1500" b="1"/>
              <a:t>Titeltekst</a:t>
            </a:r>
          </a:p>
        </p:txBody>
      </p:sp>
      <p:sp>
        <p:nvSpPr>
          <p:cNvPr id="36" name="Shape 36"/>
          <p:cNvSpPr>
            <a:spLocks noGrp="1"/>
          </p:cNvSpPr>
          <p:nvPr>
            <p:ph type="body" idx="1"/>
          </p:nvPr>
        </p:nvSpPr>
        <p:spPr>
          <a:xfrm>
            <a:off x="3575050" y="204787"/>
            <a:ext cx="5111750" cy="493871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400"/>
              <a:t>Hoofdtekst - niveau één</a:t>
            </a:r>
          </a:p>
          <a:p>
            <a:pPr lvl="1">
              <a:defRPr sz="1800"/>
            </a:pPr>
            <a:r>
              <a:rPr sz="2400"/>
              <a:t>Hoofdtekst - niveau twee</a:t>
            </a:r>
          </a:p>
          <a:p>
            <a:pPr lvl="2">
              <a:defRPr sz="1800"/>
            </a:pPr>
            <a:r>
              <a:rPr sz="2400"/>
              <a:t>Hoofdtekst - niveau drie</a:t>
            </a:r>
          </a:p>
          <a:p>
            <a:pPr lvl="3">
              <a:defRPr sz="1800"/>
            </a:pPr>
            <a:r>
              <a:rPr sz="2400"/>
              <a:t>Hoofdtekst - niveau vier</a:t>
            </a:r>
          </a:p>
          <a:p>
            <a:pPr lvl="4">
              <a:defRPr sz="1800"/>
            </a:pPr>
            <a:r>
              <a:rPr sz="2400"/>
              <a:t>Hoofdtekst - niveau vijf</a:t>
            </a:r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1811356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1792289" y="3600450"/>
            <a:ext cx="5486401" cy="425054"/>
          </a:xfrm>
          <a:prstGeom prst="rect">
            <a:avLst/>
          </a:prstGeom>
        </p:spPr>
        <p:txBody>
          <a:bodyPr anchor="b"/>
          <a:lstStyle>
            <a:lvl1pPr>
              <a:defRPr sz="1500">
                <a:latin typeface="Flanders Art Sans Bold"/>
                <a:ea typeface="Flanders Art Sans Bold"/>
                <a:cs typeface="Flanders Art Sans Bold"/>
                <a:sym typeface="Flanders Art Sans Bold"/>
              </a:defRPr>
            </a:lvl1pPr>
          </a:lstStyle>
          <a:p>
            <a:pPr lvl="0">
              <a:defRPr sz="1800" b="0"/>
            </a:pPr>
            <a:r>
              <a:rPr sz="1500" b="1"/>
              <a:t>Titeltekst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idx="1"/>
          </p:nvPr>
        </p:nvSpPr>
        <p:spPr>
          <a:xfrm>
            <a:off x="1792289" y="4025503"/>
            <a:ext cx="5486401" cy="6036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25"/>
              </a:spcBef>
              <a:buSzTx/>
              <a:buFontTx/>
              <a:buNone/>
              <a:defRPr sz="1050"/>
            </a:lvl1pPr>
            <a:lvl2pPr marL="0" indent="342900">
              <a:spcBef>
                <a:spcPts val="225"/>
              </a:spcBef>
              <a:buSzTx/>
              <a:buFontTx/>
              <a:buNone/>
              <a:defRPr sz="1050"/>
            </a:lvl2pPr>
            <a:lvl3pPr marL="0" indent="685800">
              <a:spcBef>
                <a:spcPts val="225"/>
              </a:spcBef>
              <a:buSzTx/>
              <a:buFontTx/>
              <a:buNone/>
              <a:defRPr sz="1050"/>
            </a:lvl3pPr>
            <a:lvl4pPr marL="0" indent="1028700">
              <a:spcBef>
                <a:spcPts val="225"/>
              </a:spcBef>
              <a:buSzTx/>
              <a:buFontTx/>
              <a:buNone/>
              <a:defRPr sz="1050"/>
            </a:lvl4pPr>
            <a:lvl5pPr marL="0" indent="1371600">
              <a:spcBef>
                <a:spcPts val="225"/>
              </a:spcBef>
              <a:buSzTx/>
              <a:buFontTx/>
              <a:buNone/>
              <a:defRPr sz="1050"/>
            </a:lvl5pPr>
          </a:lstStyle>
          <a:p>
            <a:pPr lvl="0">
              <a:defRPr sz="1800"/>
            </a:pPr>
            <a:r>
              <a:rPr sz="1050"/>
              <a:t>Hoofdtekst - niveau één</a:t>
            </a:r>
          </a:p>
          <a:p>
            <a:pPr lvl="1">
              <a:defRPr sz="1800"/>
            </a:pPr>
            <a:r>
              <a:rPr sz="1050"/>
              <a:t>Hoofdtekst - niveau twee</a:t>
            </a:r>
          </a:p>
          <a:p>
            <a:pPr lvl="2">
              <a:defRPr sz="1800"/>
            </a:pPr>
            <a:r>
              <a:rPr sz="1050"/>
              <a:t>Hoofdtekst - niveau drie</a:t>
            </a:r>
          </a:p>
          <a:p>
            <a:pPr lvl="3">
              <a:defRPr sz="1800"/>
            </a:pPr>
            <a:r>
              <a:rPr sz="1050"/>
              <a:t>Hoofdtekst - niveau vier</a:t>
            </a:r>
          </a:p>
          <a:p>
            <a:pPr lvl="4">
              <a:defRPr sz="1800"/>
            </a:pPr>
            <a:r>
              <a:rPr sz="1050"/>
              <a:t>Hoofdtekst - niveau vijf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3150599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/>
          </p:nvPr>
        </p:nvSpPr>
        <p:spPr>
          <a:xfrm>
            <a:off x="6629400" y="0"/>
            <a:ext cx="2057400" cy="4800602"/>
          </a:xfrm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3300" b="1"/>
              <a:t>Titeltekst</a:t>
            </a:r>
          </a:p>
        </p:txBody>
      </p:sp>
      <p:sp>
        <p:nvSpPr>
          <p:cNvPr id="48" name="Shape 48"/>
          <p:cNvSpPr>
            <a:spLocks noGrp="1"/>
          </p:cNvSpPr>
          <p:nvPr>
            <p:ph type="body" idx="1"/>
          </p:nvPr>
        </p:nvSpPr>
        <p:spPr>
          <a:xfrm>
            <a:off x="457200" y="205979"/>
            <a:ext cx="6019800" cy="493752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400"/>
              <a:t>Hoofdtekst - niveau één</a:t>
            </a:r>
          </a:p>
          <a:p>
            <a:pPr lvl="1">
              <a:defRPr sz="1800"/>
            </a:pPr>
            <a:r>
              <a:rPr sz="2400"/>
              <a:t>Hoofdtekst - niveau twee</a:t>
            </a:r>
          </a:p>
          <a:p>
            <a:pPr lvl="2">
              <a:defRPr sz="1800"/>
            </a:pPr>
            <a:r>
              <a:rPr sz="2400"/>
              <a:t>Hoofdtekst - niveau drie</a:t>
            </a:r>
          </a:p>
          <a:p>
            <a:pPr lvl="3">
              <a:defRPr sz="1800"/>
            </a:pPr>
            <a:r>
              <a:rPr sz="2400"/>
              <a:t>Hoofdtekst - niveau vier</a:t>
            </a:r>
          </a:p>
          <a:p>
            <a:pPr lvl="4">
              <a:defRPr sz="1800"/>
            </a:pPr>
            <a:r>
              <a:rPr sz="2400"/>
              <a:t>Hoofdtekst - niveau vijf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23813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1" cy="1021556"/>
          </a:xfrm>
          <a:prstGeom prst="rect">
            <a:avLst/>
          </a:prstGeom>
        </p:spPr>
        <p:txBody>
          <a:bodyPr anchor="t"/>
          <a:lstStyle>
            <a:lvl1pPr>
              <a:defRPr sz="3000" cap="all">
                <a:latin typeface="Flanders Art Sans Bold"/>
                <a:ea typeface="Flanders Art Sans Bold"/>
                <a:cs typeface="Flanders Art Sans Bold"/>
                <a:sym typeface="Flanders Art Sans Bold"/>
              </a:defRPr>
            </a:lvl1pPr>
          </a:lstStyle>
          <a:p>
            <a:pPr lvl="0">
              <a:defRPr sz="1800" b="0" cap="none"/>
            </a:pPr>
            <a:r>
              <a:rPr sz="3000" b="1" cap="all"/>
              <a:t>Titeltekst</a:t>
            </a:r>
          </a:p>
        </p:txBody>
      </p:sp>
      <p:sp>
        <p:nvSpPr>
          <p:cNvPr id="66" name="Shape 66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1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1pPr>
            <a:lvl2pPr marL="0" indent="3429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2pPr>
            <a:lvl3pPr marL="0" indent="6858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3pPr>
            <a:lvl4pPr marL="0" indent="10287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4pPr>
            <a:lvl5pPr marL="0" indent="13716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500">
                <a:solidFill>
                  <a:srgbClr val="888888"/>
                </a:solidFill>
              </a:rPr>
              <a:t>Hoofdtekst - niveau één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500">
                <a:solidFill>
                  <a:srgbClr val="888888"/>
                </a:solidFill>
              </a:rPr>
              <a:t>Hoofdtekst - niveau twee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1500">
                <a:solidFill>
                  <a:srgbClr val="888888"/>
                </a:solidFill>
              </a:rPr>
              <a:t>Hoofdtekst - niveau drie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1500">
                <a:solidFill>
                  <a:srgbClr val="888888"/>
                </a:solidFill>
              </a:rPr>
              <a:t>Hoofdtekst - niveau vier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1500">
                <a:solidFill>
                  <a:srgbClr val="888888"/>
                </a:solidFill>
              </a:rPr>
              <a:t>Hoofdtekst - niveau vijf</a:t>
            </a:r>
          </a:p>
        </p:txBody>
      </p:sp>
      <p:sp>
        <p:nvSpPr>
          <p:cNvPr id="67" name="Shape 6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2633469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3300" b="1"/>
              <a:t>Titeltekst</a:t>
            </a:r>
          </a:p>
        </p:txBody>
      </p:sp>
      <p:sp>
        <p:nvSpPr>
          <p:cNvPr id="70" name="Shape 70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38600" cy="3943350"/>
          </a:xfrm>
          <a:prstGeom prst="rect">
            <a:avLst/>
          </a:prstGeom>
        </p:spPr>
        <p:txBody>
          <a:bodyPr/>
          <a:lstStyle>
            <a:lvl1pPr>
              <a:spcBef>
                <a:spcPts val="450"/>
              </a:spcBef>
              <a:defRPr sz="2100"/>
            </a:lvl1pPr>
            <a:lvl2pPr marL="592931" indent="-250031">
              <a:spcBef>
                <a:spcPts val="450"/>
              </a:spcBef>
              <a:defRPr sz="2100"/>
            </a:lvl2pPr>
            <a:lvl3pPr marL="925829" indent="-240029">
              <a:spcBef>
                <a:spcPts val="450"/>
              </a:spcBef>
              <a:defRPr sz="2100"/>
            </a:lvl3pPr>
            <a:lvl4pPr marL="1295400" indent="-266700">
              <a:spcBef>
                <a:spcPts val="450"/>
              </a:spcBef>
              <a:defRPr sz="2100"/>
            </a:lvl4pPr>
            <a:lvl5pPr marL="1638300" indent="-266700">
              <a:spcBef>
                <a:spcPts val="450"/>
              </a:spcBef>
              <a:defRPr sz="2100"/>
            </a:lvl5pPr>
          </a:lstStyle>
          <a:p>
            <a:pPr lvl="0">
              <a:defRPr sz="1800"/>
            </a:pPr>
            <a:r>
              <a:rPr sz="2100"/>
              <a:t>Hoofdtekst - niveau één</a:t>
            </a:r>
          </a:p>
          <a:p>
            <a:pPr lvl="1">
              <a:defRPr sz="1800"/>
            </a:pPr>
            <a:r>
              <a:rPr sz="2100"/>
              <a:t>Hoofdtekst - niveau twee</a:t>
            </a:r>
          </a:p>
          <a:p>
            <a:pPr lvl="2">
              <a:defRPr sz="1800"/>
            </a:pPr>
            <a:r>
              <a:rPr sz="2100"/>
              <a:t>Hoofdtekst - niveau drie</a:t>
            </a:r>
          </a:p>
          <a:p>
            <a:pPr lvl="3">
              <a:defRPr sz="1800"/>
            </a:pPr>
            <a:r>
              <a:rPr sz="2100"/>
              <a:t>Hoofdtekst - niveau vier</a:t>
            </a:r>
          </a:p>
          <a:p>
            <a:pPr lvl="4">
              <a:defRPr sz="1800"/>
            </a:pPr>
            <a:r>
              <a:rPr sz="2100"/>
              <a:t>Hoofdtekst - niveau vijf</a:t>
            </a:r>
          </a:p>
        </p:txBody>
      </p:sp>
      <p:sp>
        <p:nvSpPr>
          <p:cNvPr id="71" name="Shape 7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4215102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/>
          </p:cNvSpPr>
          <p:nvPr>
            <p:ph type="title"/>
          </p:nvPr>
        </p:nvSpPr>
        <p:spPr>
          <a:xfrm>
            <a:off x="457200" y="192608"/>
            <a:ext cx="8229600" cy="883992"/>
          </a:xfrm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3300" b="1"/>
              <a:t>Titeltekst</a:t>
            </a:r>
          </a:p>
        </p:txBody>
      </p:sp>
      <p:sp>
        <p:nvSpPr>
          <p:cNvPr id="74" name="Shape 74"/>
          <p:cNvSpPr>
            <a:spLocks noGrp="1"/>
          </p:cNvSpPr>
          <p:nvPr>
            <p:ph type="body" idx="1"/>
          </p:nvPr>
        </p:nvSpPr>
        <p:spPr>
          <a:xfrm>
            <a:off x="457200" y="1076599"/>
            <a:ext cx="4040188" cy="55455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75"/>
              </a:spcBef>
              <a:buSzTx/>
              <a:buFontTx/>
              <a:buNone/>
              <a:defRPr sz="1800"/>
            </a:lvl1pPr>
            <a:lvl2pPr marL="0" indent="342900">
              <a:spcBef>
                <a:spcPts val="375"/>
              </a:spcBef>
              <a:buSzTx/>
              <a:buFontTx/>
              <a:buNone/>
              <a:defRPr sz="1800"/>
            </a:lvl2pPr>
            <a:lvl3pPr marL="0" indent="685800">
              <a:spcBef>
                <a:spcPts val="375"/>
              </a:spcBef>
              <a:buSzTx/>
              <a:buFontTx/>
              <a:buNone/>
              <a:defRPr sz="1800"/>
            </a:lvl3pPr>
            <a:lvl4pPr marL="0" indent="1028700">
              <a:spcBef>
                <a:spcPts val="375"/>
              </a:spcBef>
              <a:buSzTx/>
              <a:buFontTx/>
              <a:buNone/>
              <a:defRPr sz="1800"/>
            </a:lvl4pPr>
            <a:lvl5pPr marL="0" indent="1371600">
              <a:spcBef>
                <a:spcPts val="375"/>
              </a:spcBef>
              <a:buSzTx/>
              <a:buFontTx/>
              <a:buNone/>
              <a:defRPr sz="1800"/>
            </a:lvl5pPr>
          </a:lstStyle>
          <a:p>
            <a:pPr lvl="0">
              <a:defRPr sz="1800"/>
            </a:pPr>
            <a:r>
              <a:rPr sz="1800"/>
              <a:t>Hoofdtekst - niveau één</a:t>
            </a:r>
          </a:p>
          <a:p>
            <a:pPr lvl="1">
              <a:defRPr sz="1800"/>
            </a:pPr>
            <a:r>
              <a:rPr sz="1800"/>
              <a:t>Hoofdtekst - niveau twee</a:t>
            </a:r>
          </a:p>
          <a:p>
            <a:pPr lvl="2">
              <a:defRPr sz="1800"/>
            </a:pPr>
            <a:r>
              <a:rPr sz="1800"/>
              <a:t>Hoofdtekst - niveau drie</a:t>
            </a:r>
          </a:p>
          <a:p>
            <a:pPr lvl="3">
              <a:defRPr sz="1800"/>
            </a:pPr>
            <a:r>
              <a:rPr sz="1800"/>
              <a:t>Hoofdtekst - niveau vier</a:t>
            </a:r>
          </a:p>
          <a:p>
            <a:pPr lvl="4">
              <a:defRPr sz="1800"/>
            </a:pPr>
            <a:r>
              <a:rPr sz="1800"/>
              <a:t>Hoofdtekst - niveau vijf</a:t>
            </a:r>
          </a:p>
        </p:txBody>
      </p:sp>
      <p:sp>
        <p:nvSpPr>
          <p:cNvPr id="75" name="Shape 7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38727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6515562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/>
          </p:cNvSpPr>
          <p:nvPr>
            <p:ph type="title"/>
          </p:nvPr>
        </p:nvSpPr>
        <p:spPr>
          <a:xfrm>
            <a:off x="457200" y="0"/>
            <a:ext cx="3008314" cy="1076325"/>
          </a:xfrm>
          <a:prstGeom prst="rect">
            <a:avLst/>
          </a:prstGeom>
        </p:spPr>
        <p:txBody>
          <a:bodyPr anchor="b"/>
          <a:lstStyle>
            <a:lvl1pPr>
              <a:defRPr sz="1500">
                <a:latin typeface="Flanders Art Sans Bold"/>
                <a:ea typeface="Flanders Art Sans Bold"/>
                <a:cs typeface="Flanders Art Sans Bold"/>
                <a:sym typeface="Flanders Art Sans Bold"/>
              </a:defRPr>
            </a:lvl1pPr>
          </a:lstStyle>
          <a:p>
            <a:pPr lvl="0">
              <a:defRPr sz="1800" b="0"/>
            </a:pPr>
            <a:r>
              <a:rPr sz="1500" b="1"/>
              <a:t>Titeltekst</a:t>
            </a:r>
          </a:p>
        </p:txBody>
      </p:sp>
      <p:sp>
        <p:nvSpPr>
          <p:cNvPr id="83" name="Shape 83"/>
          <p:cNvSpPr>
            <a:spLocks noGrp="1"/>
          </p:cNvSpPr>
          <p:nvPr>
            <p:ph type="body" idx="1"/>
          </p:nvPr>
        </p:nvSpPr>
        <p:spPr>
          <a:xfrm>
            <a:off x="3575050" y="204787"/>
            <a:ext cx="5111750" cy="493871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400"/>
              <a:t>Hoofdtekst - niveau één</a:t>
            </a:r>
          </a:p>
          <a:p>
            <a:pPr lvl="1">
              <a:defRPr sz="1800"/>
            </a:pPr>
            <a:r>
              <a:rPr sz="2400"/>
              <a:t>Hoofdtekst - niveau twee</a:t>
            </a:r>
          </a:p>
          <a:p>
            <a:pPr lvl="2">
              <a:defRPr sz="1800"/>
            </a:pPr>
            <a:r>
              <a:rPr sz="2400"/>
              <a:t>Hoofdtekst - niveau drie</a:t>
            </a:r>
          </a:p>
          <a:p>
            <a:pPr lvl="3">
              <a:defRPr sz="1800"/>
            </a:pPr>
            <a:r>
              <a:rPr sz="2400"/>
              <a:t>Hoofdtekst - niveau vier</a:t>
            </a:r>
          </a:p>
          <a:p>
            <a:pPr lvl="4">
              <a:defRPr sz="1800"/>
            </a:pPr>
            <a:r>
              <a:rPr sz="2400"/>
              <a:t>Hoofdtekst - niveau vijf</a:t>
            </a:r>
          </a:p>
        </p:txBody>
      </p:sp>
      <p:sp>
        <p:nvSpPr>
          <p:cNvPr id="84" name="Shape 8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7357124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title"/>
          </p:nvPr>
        </p:nvSpPr>
        <p:spPr>
          <a:xfrm>
            <a:off x="1792289" y="3600450"/>
            <a:ext cx="5486401" cy="425054"/>
          </a:xfrm>
          <a:prstGeom prst="rect">
            <a:avLst/>
          </a:prstGeom>
        </p:spPr>
        <p:txBody>
          <a:bodyPr anchor="b"/>
          <a:lstStyle>
            <a:lvl1pPr>
              <a:defRPr sz="1500">
                <a:latin typeface="Flanders Art Sans Bold"/>
                <a:ea typeface="Flanders Art Sans Bold"/>
                <a:cs typeface="Flanders Art Sans Bold"/>
                <a:sym typeface="Flanders Art Sans Bold"/>
              </a:defRPr>
            </a:lvl1pPr>
          </a:lstStyle>
          <a:p>
            <a:pPr lvl="0">
              <a:defRPr sz="1800" b="0"/>
            </a:pPr>
            <a:r>
              <a:rPr sz="1500" b="1"/>
              <a:t>Titeltekst</a:t>
            </a:r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1792289" y="4025503"/>
            <a:ext cx="5486401" cy="6036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25"/>
              </a:spcBef>
              <a:buSzTx/>
              <a:buFontTx/>
              <a:buNone/>
              <a:defRPr sz="1050"/>
            </a:lvl1pPr>
            <a:lvl2pPr marL="0" indent="342900">
              <a:spcBef>
                <a:spcPts val="225"/>
              </a:spcBef>
              <a:buSzTx/>
              <a:buFontTx/>
              <a:buNone/>
              <a:defRPr sz="1050"/>
            </a:lvl2pPr>
            <a:lvl3pPr marL="0" indent="685800">
              <a:spcBef>
                <a:spcPts val="225"/>
              </a:spcBef>
              <a:buSzTx/>
              <a:buFontTx/>
              <a:buNone/>
              <a:defRPr sz="1050"/>
            </a:lvl3pPr>
            <a:lvl4pPr marL="0" indent="1028700">
              <a:spcBef>
                <a:spcPts val="225"/>
              </a:spcBef>
              <a:buSzTx/>
              <a:buFontTx/>
              <a:buNone/>
              <a:defRPr sz="1050"/>
            </a:lvl4pPr>
            <a:lvl5pPr marL="0" indent="1371600">
              <a:spcBef>
                <a:spcPts val="225"/>
              </a:spcBef>
              <a:buSzTx/>
              <a:buFontTx/>
              <a:buNone/>
              <a:defRPr sz="1050"/>
            </a:lvl5pPr>
          </a:lstStyle>
          <a:p>
            <a:pPr lvl="0">
              <a:defRPr sz="1800"/>
            </a:pPr>
            <a:r>
              <a:rPr sz="1050"/>
              <a:t>Hoofdtekst - niveau één</a:t>
            </a:r>
          </a:p>
          <a:p>
            <a:pPr lvl="1">
              <a:defRPr sz="1800"/>
            </a:pPr>
            <a:r>
              <a:rPr sz="1050"/>
              <a:t>Hoofdtekst - niveau twee</a:t>
            </a:r>
          </a:p>
          <a:p>
            <a:pPr lvl="2">
              <a:defRPr sz="1800"/>
            </a:pPr>
            <a:r>
              <a:rPr sz="1050"/>
              <a:t>Hoofdtekst - niveau drie</a:t>
            </a:r>
          </a:p>
          <a:p>
            <a:pPr lvl="3">
              <a:defRPr sz="1800"/>
            </a:pPr>
            <a:r>
              <a:rPr sz="1050"/>
              <a:t>Hoofdtekst - niveau vier</a:t>
            </a:r>
          </a:p>
          <a:p>
            <a:pPr lvl="4">
              <a:defRPr sz="1800"/>
            </a:pPr>
            <a:r>
              <a:rPr sz="1050"/>
              <a:t>Hoofdtekst - niveau vijf</a:t>
            </a:r>
          </a:p>
        </p:txBody>
      </p:sp>
      <p:sp>
        <p:nvSpPr>
          <p:cNvPr id="88" name="Shape 8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8518401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3300" b="1"/>
              <a:t>Titeltekst</a:t>
            </a:r>
          </a:p>
        </p:txBody>
      </p:sp>
      <p:sp>
        <p:nvSpPr>
          <p:cNvPr id="91" name="Shape 9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400"/>
              <a:t>Hoofdtekst - niveau één</a:t>
            </a:r>
          </a:p>
          <a:p>
            <a:pPr lvl="1">
              <a:defRPr sz="1800"/>
            </a:pPr>
            <a:r>
              <a:rPr sz="2400"/>
              <a:t>Hoofdtekst - niveau twee</a:t>
            </a:r>
          </a:p>
          <a:p>
            <a:pPr lvl="2">
              <a:defRPr sz="1800"/>
            </a:pPr>
            <a:r>
              <a:rPr sz="2400"/>
              <a:t>Hoofdtekst - niveau drie</a:t>
            </a:r>
          </a:p>
          <a:p>
            <a:pPr lvl="3">
              <a:defRPr sz="1800"/>
            </a:pPr>
            <a:r>
              <a:rPr sz="2400"/>
              <a:t>Hoofdtekst - niveau vier</a:t>
            </a:r>
          </a:p>
          <a:p>
            <a:pPr lvl="4">
              <a:defRPr sz="1800"/>
            </a:pPr>
            <a:r>
              <a:rPr sz="2400"/>
              <a:t>Hoofdtekst - niveau vijf</a:t>
            </a:r>
          </a:p>
        </p:txBody>
      </p:sp>
      <p:sp>
        <p:nvSpPr>
          <p:cNvPr id="92" name="Shape 9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0664863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/>
          </p:cNvSpPr>
          <p:nvPr>
            <p:ph type="title"/>
          </p:nvPr>
        </p:nvSpPr>
        <p:spPr>
          <a:xfrm>
            <a:off x="6629400" y="0"/>
            <a:ext cx="2057400" cy="4800602"/>
          </a:xfrm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3300" b="1"/>
              <a:t>Titeltekst</a:t>
            </a:r>
          </a:p>
        </p:txBody>
      </p:sp>
      <p:sp>
        <p:nvSpPr>
          <p:cNvPr id="95" name="Shape 95"/>
          <p:cNvSpPr>
            <a:spLocks noGrp="1"/>
          </p:cNvSpPr>
          <p:nvPr>
            <p:ph type="body" idx="1"/>
          </p:nvPr>
        </p:nvSpPr>
        <p:spPr>
          <a:xfrm>
            <a:off x="457200" y="205979"/>
            <a:ext cx="6019800" cy="493752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400"/>
              <a:t>Hoofdtekst - niveau één</a:t>
            </a:r>
          </a:p>
          <a:p>
            <a:pPr lvl="1">
              <a:defRPr sz="1800"/>
            </a:pPr>
            <a:r>
              <a:rPr sz="2400"/>
              <a:t>Hoofdtekst - niveau twee</a:t>
            </a:r>
          </a:p>
          <a:p>
            <a:pPr lvl="2">
              <a:defRPr sz="1800"/>
            </a:pPr>
            <a:r>
              <a:rPr sz="2400"/>
              <a:t>Hoofdtekst - niveau drie</a:t>
            </a:r>
          </a:p>
          <a:p>
            <a:pPr lvl="3">
              <a:defRPr sz="1800"/>
            </a:pPr>
            <a:r>
              <a:rPr sz="2400"/>
              <a:t>Hoofdtekst - niveau vier</a:t>
            </a:r>
          </a:p>
          <a:p>
            <a:pPr lvl="4">
              <a:defRPr sz="1800"/>
            </a:pPr>
            <a:r>
              <a:rPr sz="2400"/>
              <a:t>Hoofdtekst - niveau vijf</a:t>
            </a:r>
          </a:p>
        </p:txBody>
      </p:sp>
      <p:sp>
        <p:nvSpPr>
          <p:cNvPr id="96" name="Shape 9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8293381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Program Slide_Vlaanderen Verbond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kstvak 11">
            <a:extLst>
              <a:ext uri="{FF2B5EF4-FFF2-40B4-BE49-F238E27FC236}">
                <a16:creationId xmlns:a16="http://schemas.microsoft.com/office/drawing/2014/main" id="{378A10B1-FED0-4DA5-9A4F-4545323592F3}"/>
              </a:ext>
            </a:extLst>
          </p:cNvPr>
          <p:cNvSpPr txBox="1"/>
          <p:nvPr userDrawn="1"/>
        </p:nvSpPr>
        <p:spPr>
          <a:xfrm>
            <a:off x="1436079" y="930652"/>
            <a:ext cx="52695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BE" sz="1050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827530FD-0126-417D-B14A-F28B240514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4868004"/>
            <a:ext cx="4572000" cy="274637"/>
          </a:xfrm>
        </p:spPr>
        <p:txBody>
          <a:bodyPr/>
          <a:lstStyle>
            <a:lvl1pPr algn="l">
              <a:defRPr/>
            </a:lvl1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F9A8218-D333-421F-B287-4308728C9D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7909" y="323573"/>
            <a:ext cx="7374778" cy="591132"/>
          </a:xfrm>
        </p:spPr>
        <p:txBody>
          <a:bodyPr/>
          <a:lstStyle>
            <a:lvl1pPr marL="0" indent="0" algn="l" defTabSz="514350" rtl="0" eaLnBrk="1" latinLnBrk="0" hangingPunct="1">
              <a:buFontTx/>
              <a:buNone/>
              <a:defRPr lang="nl-NL" sz="21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514350" rtl="0" eaLnBrk="1" latinLnBrk="0" hangingPunct="1">
              <a:buFontTx/>
              <a:buNone/>
              <a:defRPr lang="nl-NL" sz="21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514350" rtl="0" eaLnBrk="1" latinLnBrk="0" hangingPunct="1">
              <a:buFontTx/>
              <a:buNone/>
              <a:defRPr lang="nl-NL" sz="21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514350" rtl="0" eaLnBrk="1" latinLnBrk="0" hangingPunct="1">
              <a:buFontTx/>
              <a:buNone/>
              <a:defRPr lang="nl-NL" sz="21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514350" rtl="0" eaLnBrk="1" latinLnBrk="0" hangingPunct="1">
              <a:buFontTx/>
              <a:buNone/>
              <a:defRPr lang="nl-BE" sz="2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nl-NL"/>
              <a:t>Klik hier om een hoofdtitel toe te voegen</a:t>
            </a:r>
            <a:endParaRPr lang="nl-BE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F1DFF9D-4553-4CC5-BA5C-B8A65EEE63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7910" y="1053812"/>
            <a:ext cx="7374777" cy="274637"/>
          </a:xfrm>
        </p:spPr>
        <p:txBody>
          <a:bodyPr/>
          <a:lstStyle>
            <a:lvl1pPr marL="0" indent="0">
              <a:buFontTx/>
              <a:buNone/>
              <a:defRPr lang="nl-NL" sz="101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0">
              <a:buFontTx/>
              <a:buNone/>
              <a:defRPr lang="nl-NL" sz="101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0">
              <a:buFontTx/>
              <a:buNone/>
              <a:defRPr lang="nl-NL" sz="101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8000" indent="0">
              <a:buFontTx/>
              <a:buNone/>
              <a:defRPr lang="nl-NL" sz="101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0">
              <a:buFontTx/>
              <a:buNone/>
              <a:defRPr lang="nl-BE" sz="1013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nl-NL"/>
              <a:t>Klik hier om een eventuele tussentitel toe te voegen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83F0D27-B89B-4406-9AC1-2344EBE74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7963" y="1516873"/>
            <a:ext cx="7374724" cy="2650316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58784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40C07-64E6-4D00-B2D7-3D0338A4E8AC}" type="datetime1">
              <a:rPr lang="fr-BE" smtClean="0"/>
              <a:t>20-10-26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172400" y="4767263"/>
            <a:ext cx="514400" cy="307777"/>
          </a:xfrm>
        </p:spPr>
        <p:txBody>
          <a:bodyPr/>
          <a:lstStyle/>
          <a:p>
            <a:fld id="{44268F58-7931-46A9-8276-28F54B6737CA}" type="slidenum">
              <a:rPr lang="fr-BE" smtClean="0"/>
              <a:t>‹nr.›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502590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eeg" type="blank">
  <p:cSld name="1_Leeg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fba70e22ce_0_454"/>
          <p:cNvSpPr/>
          <p:nvPr/>
        </p:nvSpPr>
        <p:spPr>
          <a:xfrm>
            <a:off x="0" y="0"/>
            <a:ext cx="288000" cy="51435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25333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 4">
    <p:bg>
      <p:bgPr>
        <a:solidFill>
          <a:srgbClr val="FF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E04D2-5BA1-414C-6F18-B4B361D05C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/>
          <a:lstStyle>
            <a:lvl1pPr algn="ctr">
              <a:defRPr/>
            </a:lvl1pPr>
          </a:lstStyle>
          <a:p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title</a:t>
            </a:r>
            <a:r>
              <a:rPr lang="nl-NL"/>
              <a:t> </a:t>
            </a:r>
            <a:r>
              <a:rPr lang="nl-NL" err="1"/>
              <a:t>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1830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eeg">
  <p:cSld name="2_Leeg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6876014" y="4752000"/>
            <a:ext cx="214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26/03/17 </a:t>
            </a:r>
            <a:r>
              <a:rPr lang="en" b="1"/>
              <a:t>│</a:t>
            </a: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457800" y="262200"/>
            <a:ext cx="74160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sz="3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540000" y="1436400"/>
            <a:ext cx="8064000" cy="27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433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 sz="2200" i="0" u="none" strike="noStrike" cap="none">
                <a:solidFill>
                  <a:schemeClr val="dk1"/>
                </a:solidFill>
              </a:defRPr>
            </a:lvl1pPr>
            <a:lvl2pPr marL="914400" marR="0" lvl="1" indent="-33337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F7F7F"/>
              </a:buClr>
              <a:buSzPts val="1650"/>
              <a:buChar char="•"/>
              <a:defRPr sz="2200" i="0" u="none" strike="noStrike" cap="none">
                <a:solidFill>
                  <a:srgbClr val="7F7F7F"/>
                </a:solidFill>
              </a:defRPr>
            </a:lvl2pPr>
            <a:lvl3pPr marL="1371600" marR="0" lvl="2" indent="-3365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2000" i="0" u="none" strike="noStrike" cap="none">
                <a:solidFill>
                  <a:schemeClr val="dk1"/>
                </a:solidFill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 i="0" u="none" strike="noStrike" cap="none">
                <a:solidFill>
                  <a:schemeClr val="dk1"/>
                </a:solidFill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000" i="0" u="none" strike="noStrike" cap="none">
                <a:solidFill>
                  <a:schemeClr val="dk1"/>
                </a:solidFill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0" y="0"/>
            <a:ext cx="288000" cy="5143500"/>
          </a:xfrm>
          <a:prstGeom prst="rect">
            <a:avLst/>
          </a:prstGeom>
          <a:solidFill>
            <a:srgbClr val="6D9EEB"/>
          </a:solidFill>
          <a:ln w="12700" cap="flat" cmpd="sng">
            <a:solidFill>
              <a:srgbClr val="6D9EE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95108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581F6-020B-4130-9258-78653AA23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9300" y="841772"/>
            <a:ext cx="5981700" cy="1790700"/>
          </a:xfrm>
          <a:ln>
            <a:noFill/>
          </a:ln>
        </p:spPr>
        <p:txBody>
          <a:bodyPr anchor="b"/>
          <a:lstStyle>
            <a:lvl1pPr algn="l">
              <a:defRPr sz="4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B7778-6D79-4DF6-A6C4-F669A2F95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9299" y="2701528"/>
            <a:ext cx="5981700" cy="1241822"/>
          </a:xfrm>
        </p:spPr>
        <p:txBody>
          <a:bodyPr>
            <a:normAutofit/>
          </a:bodyPr>
          <a:lstStyle>
            <a:lvl1pPr marL="0" indent="0" algn="l">
              <a:buNone/>
              <a:defRPr sz="2100" b="1">
                <a:solidFill>
                  <a:schemeClr val="bg2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FEAA23-DDAF-4ECF-8706-562D6DF86456}"/>
              </a:ext>
            </a:extLst>
          </p:cNvPr>
          <p:cNvCxnSpPr>
            <a:cxnSpLocks/>
          </p:cNvCxnSpPr>
          <p:nvPr userDrawn="1"/>
        </p:nvCxnSpPr>
        <p:spPr>
          <a:xfrm>
            <a:off x="1327150" y="1371600"/>
            <a:ext cx="0" cy="3771900"/>
          </a:xfrm>
          <a:prstGeom prst="line">
            <a:avLst/>
          </a:prstGeom>
          <a:ln w="5080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1BDACAD1-6D81-4C4C-A2D4-CDF9E180DD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0"/>
            <a:ext cx="2615327" cy="88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3674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E9A7E-1032-436E-9F71-B93878F4E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F41FB-FBC7-4B45-BB62-7FFB37619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04735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FBC5B-CF5F-4F8C-BEA1-FC5F52EC1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788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20.08.21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E0626-8A08-4071-87E4-EED8E8A28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900" b="0" i="0" u="none" strike="noStrike" kern="1200" cap="none" spc="0" normalizeH="0" baseline="0" noProof="0">
              <a:ln>
                <a:noFill/>
              </a:ln>
              <a:solidFill>
                <a:srgbClr val="FFFFFF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BCCF1-8FCF-4954-841C-43BDDE640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93BCF5-A822-4033-88D0-CE017647B4F5}" type="slidenum">
              <a:rPr kumimoji="0" lang="nl-BE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nl-BE" sz="900" b="0" i="0" u="none" strike="noStrike" kern="1200" cap="none" spc="0" normalizeH="0" baseline="0" noProof="0">
              <a:ln>
                <a:noFill/>
              </a:ln>
              <a:solidFill>
                <a:srgbClr val="FFFFFF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AF87C94-1E5B-47AA-B5FF-FDB40D5C36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15350" y="4492942"/>
            <a:ext cx="548640" cy="54864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779DA2-CC16-48C0-949E-FB656E682DB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03728"/>
            <a:ext cx="2774950" cy="0"/>
          </a:xfrm>
          <a:prstGeom prst="line">
            <a:avLst/>
          </a:prstGeom>
          <a:ln w="5080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9303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oven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088BA-50E3-453A-B4A0-8CCF8ED49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459" y="552265"/>
            <a:ext cx="7886700" cy="527633"/>
          </a:xfrm>
          <a:prstGeom prst="rect">
            <a:avLst/>
          </a:prstGeom>
        </p:spPr>
        <p:txBody>
          <a:bodyPr anchor="t"/>
          <a:lstStyle>
            <a:lvl1pPr>
              <a:defRPr/>
            </a:lvl1pPr>
          </a:lstStyle>
          <a:p>
            <a:r>
              <a:rPr lang="nl-NL"/>
              <a:t>Hoofdtitel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9A00E47-68C0-4DBD-AB0F-CD7342B025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1194197"/>
            <a:ext cx="7886700" cy="3438525"/>
          </a:xfrm>
        </p:spPr>
        <p:txBody>
          <a:bodyPr/>
          <a:lstStyle>
            <a:lvl1pPr>
              <a:defRPr u="none"/>
            </a:lvl1pPr>
          </a:lstStyle>
          <a:p>
            <a:pPr lvl="0"/>
            <a:r>
              <a:rPr lang="nl-NL"/>
              <a:t>Eerste niveau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4EBF8E1-91F2-4E4B-AF7C-1A2084AB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EA04B5B-B226-4E77-B512-C407B06E7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BE038-A425-4CC0-917A-1DC3ED725B2E}" type="slidenum">
              <a:rPr lang="nl-BE" smtClean="0"/>
              <a:t>‹nr.›</a:t>
            </a:fld>
            <a:endParaRPr lang="nl-BE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F45857B-E452-48F1-B0B6-4B82FEC46E0F}"/>
              </a:ext>
            </a:extLst>
          </p:cNvPr>
          <p:cNvSpPr/>
          <p:nvPr userDrawn="1"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  <p:sp>
        <p:nvSpPr>
          <p:cNvPr id="12" name="Tijdelijke aanduiding voor tekst 9">
            <a:extLst>
              <a:ext uri="{FF2B5EF4-FFF2-40B4-BE49-F238E27FC236}">
                <a16:creationId xmlns:a16="http://schemas.microsoft.com/office/drawing/2014/main" id="{C8409B7C-6B97-4FAC-AD35-6F8F386B3C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460" y="276225"/>
            <a:ext cx="7886699" cy="276039"/>
          </a:xfrm>
        </p:spPr>
        <p:txBody>
          <a:bodyPr anchor="ctr">
            <a:normAutofit/>
          </a:bodyPr>
          <a:lstStyle>
            <a:lvl1pPr>
              <a:defRPr sz="1500" b="0" u="none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BE"/>
              <a:t>BOVENTITEL</a:t>
            </a:r>
          </a:p>
        </p:txBody>
      </p:sp>
    </p:spTree>
    <p:extLst>
      <p:ext uri="{BB962C8B-B14F-4D97-AF65-F5344CB8AC3E}">
        <p14:creationId xmlns:p14="http://schemas.microsoft.com/office/powerpoint/2010/main" val="422916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/>
          </p:cNvSpPr>
          <p:nvPr>
            <p:ph type="title"/>
          </p:nvPr>
        </p:nvSpPr>
        <p:spPr>
          <a:xfrm>
            <a:off x="457200" y="192608"/>
            <a:ext cx="8229600" cy="883992"/>
          </a:xfrm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3300" b="1"/>
              <a:t>Titeltekst</a:t>
            </a:r>
          </a:p>
        </p:txBody>
      </p:sp>
      <p:sp>
        <p:nvSpPr>
          <p:cNvPr id="27" name="Shape 27"/>
          <p:cNvSpPr>
            <a:spLocks noGrp="1"/>
          </p:cNvSpPr>
          <p:nvPr>
            <p:ph type="body" idx="1"/>
          </p:nvPr>
        </p:nvSpPr>
        <p:spPr>
          <a:xfrm>
            <a:off x="457200" y="1076599"/>
            <a:ext cx="4040188" cy="55455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75"/>
              </a:spcBef>
              <a:buSzTx/>
              <a:buFontTx/>
              <a:buNone/>
              <a:defRPr sz="1800"/>
            </a:lvl1pPr>
            <a:lvl2pPr marL="0" indent="342900">
              <a:spcBef>
                <a:spcPts val="375"/>
              </a:spcBef>
              <a:buSzTx/>
              <a:buFontTx/>
              <a:buNone/>
              <a:defRPr sz="1800"/>
            </a:lvl2pPr>
            <a:lvl3pPr marL="0" indent="685800">
              <a:spcBef>
                <a:spcPts val="375"/>
              </a:spcBef>
              <a:buSzTx/>
              <a:buFontTx/>
              <a:buNone/>
              <a:defRPr sz="1800"/>
            </a:lvl3pPr>
            <a:lvl4pPr marL="0" indent="1028700">
              <a:spcBef>
                <a:spcPts val="375"/>
              </a:spcBef>
              <a:buSzTx/>
              <a:buFontTx/>
              <a:buNone/>
              <a:defRPr sz="1800"/>
            </a:lvl4pPr>
            <a:lvl5pPr marL="0" indent="1371600">
              <a:spcBef>
                <a:spcPts val="375"/>
              </a:spcBef>
              <a:buSzTx/>
              <a:buFontTx/>
              <a:buNone/>
              <a:defRPr sz="1800"/>
            </a:lvl5pPr>
          </a:lstStyle>
          <a:p>
            <a:pPr lvl="0">
              <a:defRPr sz="1800"/>
            </a:pPr>
            <a:r>
              <a:rPr sz="1800"/>
              <a:t>Hoofdtekst - niveau één</a:t>
            </a:r>
          </a:p>
          <a:p>
            <a:pPr lvl="1">
              <a:defRPr sz="1800"/>
            </a:pPr>
            <a:r>
              <a:rPr sz="1800"/>
              <a:t>Hoofdtekst - niveau twee</a:t>
            </a:r>
          </a:p>
          <a:p>
            <a:pPr lvl="2">
              <a:defRPr sz="1800"/>
            </a:pPr>
            <a:r>
              <a:rPr sz="1800"/>
              <a:t>Hoofdtekst - niveau drie</a:t>
            </a:r>
          </a:p>
          <a:p>
            <a:pPr lvl="3">
              <a:defRPr sz="1800"/>
            </a:pPr>
            <a:r>
              <a:rPr sz="1800"/>
              <a:t>Hoofdtekst - niveau vier</a:t>
            </a:r>
          </a:p>
          <a:p>
            <a:pPr lvl="4">
              <a:defRPr sz="1800"/>
            </a:pPr>
            <a:r>
              <a:rPr sz="1800"/>
              <a:t>Hoofdtekst - niveau vijf</a:t>
            </a:r>
          </a:p>
        </p:txBody>
      </p:sp>
      <p:sp>
        <p:nvSpPr>
          <p:cNvPr id="28" name="Shape 28"/>
          <p:cNvSpPr>
            <a:spLocks noGrp="1"/>
          </p:cNvSpPr>
          <p:nvPr>
            <p:ph type="sldNum" sz="quarter" idx="2"/>
          </p:nvPr>
        </p:nvSpPr>
        <p:spPr>
          <a:xfrm>
            <a:off x="8429600" y="4731990"/>
            <a:ext cx="514400" cy="307777"/>
          </a:xfrm>
          <a:prstGeom prst="rect">
            <a:avLst/>
          </a:prstGeom>
        </p:spPr>
        <p:txBody>
          <a:bodyPr/>
          <a:lstStyle>
            <a:lvl1pPr algn="just">
              <a:defRPr/>
            </a:lvl1pPr>
          </a:lstStyle>
          <a:p>
            <a:fld id="{86CB4B4D-7CA3-9044-876B-883B54F8677D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2802683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/>
          </p:nvPr>
        </p:nvSpPr>
        <p:spPr>
          <a:xfrm>
            <a:off x="6629400" y="0"/>
            <a:ext cx="2057400" cy="4800602"/>
          </a:xfrm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3300" b="1"/>
              <a:t>Titeltekst</a:t>
            </a:r>
          </a:p>
        </p:txBody>
      </p:sp>
      <p:sp>
        <p:nvSpPr>
          <p:cNvPr id="48" name="Shape 48"/>
          <p:cNvSpPr>
            <a:spLocks noGrp="1"/>
          </p:cNvSpPr>
          <p:nvPr>
            <p:ph type="body" idx="1"/>
          </p:nvPr>
        </p:nvSpPr>
        <p:spPr>
          <a:xfrm>
            <a:off x="457200" y="205979"/>
            <a:ext cx="6019800" cy="493752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400"/>
              <a:t>Hoofdtekst - niveau één</a:t>
            </a:r>
          </a:p>
          <a:p>
            <a:pPr lvl="1">
              <a:defRPr sz="1800"/>
            </a:pPr>
            <a:r>
              <a:rPr sz="2400"/>
              <a:t>Hoofdtekst - niveau twee</a:t>
            </a:r>
          </a:p>
          <a:p>
            <a:pPr lvl="2">
              <a:defRPr sz="1800"/>
            </a:pPr>
            <a:r>
              <a:rPr sz="2400"/>
              <a:t>Hoofdtekst - niveau drie</a:t>
            </a:r>
          </a:p>
          <a:p>
            <a:pPr lvl="3">
              <a:defRPr sz="1800"/>
            </a:pPr>
            <a:r>
              <a:rPr sz="2400"/>
              <a:t>Hoofdtekst - niveau vier</a:t>
            </a:r>
          </a:p>
          <a:p>
            <a:pPr lvl="4">
              <a:defRPr sz="1800"/>
            </a:pPr>
            <a:r>
              <a:rPr sz="2400"/>
              <a:t>Hoofdtekst - niveau vijf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5813345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3300" b="1"/>
              <a:t>Titeltekst</a:t>
            </a:r>
          </a:p>
        </p:txBody>
      </p:sp>
      <p:sp>
        <p:nvSpPr>
          <p:cNvPr id="70" name="Shape 70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38600" cy="3943350"/>
          </a:xfrm>
          <a:prstGeom prst="rect">
            <a:avLst/>
          </a:prstGeom>
        </p:spPr>
        <p:txBody>
          <a:bodyPr/>
          <a:lstStyle>
            <a:lvl1pPr>
              <a:spcBef>
                <a:spcPts val="450"/>
              </a:spcBef>
              <a:defRPr sz="2100"/>
            </a:lvl1pPr>
            <a:lvl2pPr marL="592931" indent="-250031">
              <a:spcBef>
                <a:spcPts val="450"/>
              </a:spcBef>
              <a:defRPr sz="2100"/>
            </a:lvl2pPr>
            <a:lvl3pPr marL="925829" indent="-240029">
              <a:spcBef>
                <a:spcPts val="450"/>
              </a:spcBef>
              <a:defRPr sz="2100"/>
            </a:lvl3pPr>
            <a:lvl4pPr marL="1295400" indent="-266700">
              <a:spcBef>
                <a:spcPts val="450"/>
              </a:spcBef>
              <a:defRPr sz="2100"/>
            </a:lvl4pPr>
            <a:lvl5pPr marL="1638300" indent="-266700">
              <a:spcBef>
                <a:spcPts val="450"/>
              </a:spcBef>
              <a:defRPr sz="2100"/>
            </a:lvl5pPr>
          </a:lstStyle>
          <a:p>
            <a:pPr lvl="0">
              <a:defRPr sz="1800"/>
            </a:pPr>
            <a:r>
              <a:rPr sz="2100"/>
              <a:t>Hoofdtekst - niveau één</a:t>
            </a:r>
          </a:p>
          <a:p>
            <a:pPr lvl="1">
              <a:defRPr sz="1800"/>
            </a:pPr>
            <a:r>
              <a:rPr sz="2100"/>
              <a:t>Hoofdtekst - niveau twee</a:t>
            </a:r>
          </a:p>
          <a:p>
            <a:pPr lvl="2">
              <a:defRPr sz="1800"/>
            </a:pPr>
            <a:r>
              <a:rPr sz="2100"/>
              <a:t>Hoofdtekst - niveau drie</a:t>
            </a:r>
          </a:p>
          <a:p>
            <a:pPr lvl="3">
              <a:defRPr sz="1800"/>
            </a:pPr>
            <a:r>
              <a:rPr sz="2100"/>
              <a:t>Hoofdtekst - niveau vier</a:t>
            </a:r>
          </a:p>
          <a:p>
            <a:pPr lvl="4">
              <a:defRPr sz="1800"/>
            </a:pPr>
            <a:r>
              <a:rPr sz="2100"/>
              <a:t>Hoofdtekst - niveau vijf</a:t>
            </a:r>
          </a:p>
        </p:txBody>
      </p:sp>
      <p:sp>
        <p:nvSpPr>
          <p:cNvPr id="71" name="Shape 7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062018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/>
          </p:cNvSpPr>
          <p:nvPr>
            <p:ph type="title"/>
          </p:nvPr>
        </p:nvSpPr>
        <p:spPr>
          <a:xfrm>
            <a:off x="457200" y="192608"/>
            <a:ext cx="8229600" cy="883992"/>
          </a:xfrm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3300" b="1"/>
              <a:t>Titeltekst</a:t>
            </a:r>
          </a:p>
        </p:txBody>
      </p:sp>
      <p:sp>
        <p:nvSpPr>
          <p:cNvPr id="74" name="Shape 74"/>
          <p:cNvSpPr>
            <a:spLocks noGrp="1"/>
          </p:cNvSpPr>
          <p:nvPr>
            <p:ph type="body" idx="1"/>
          </p:nvPr>
        </p:nvSpPr>
        <p:spPr>
          <a:xfrm>
            <a:off x="457200" y="1076599"/>
            <a:ext cx="4040188" cy="55455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75"/>
              </a:spcBef>
              <a:buSzTx/>
              <a:buFontTx/>
              <a:buNone/>
              <a:defRPr sz="1800"/>
            </a:lvl1pPr>
            <a:lvl2pPr marL="0" indent="342900">
              <a:spcBef>
                <a:spcPts val="375"/>
              </a:spcBef>
              <a:buSzTx/>
              <a:buFontTx/>
              <a:buNone/>
              <a:defRPr sz="1800"/>
            </a:lvl2pPr>
            <a:lvl3pPr marL="0" indent="685800">
              <a:spcBef>
                <a:spcPts val="375"/>
              </a:spcBef>
              <a:buSzTx/>
              <a:buFontTx/>
              <a:buNone/>
              <a:defRPr sz="1800"/>
            </a:lvl3pPr>
            <a:lvl4pPr marL="0" indent="1028700">
              <a:spcBef>
                <a:spcPts val="375"/>
              </a:spcBef>
              <a:buSzTx/>
              <a:buFontTx/>
              <a:buNone/>
              <a:defRPr sz="1800"/>
            </a:lvl4pPr>
            <a:lvl5pPr marL="0" indent="1371600">
              <a:spcBef>
                <a:spcPts val="375"/>
              </a:spcBef>
              <a:buSzTx/>
              <a:buFontTx/>
              <a:buNone/>
              <a:defRPr sz="1800"/>
            </a:lvl5pPr>
          </a:lstStyle>
          <a:p>
            <a:pPr lvl="0">
              <a:defRPr sz="1800"/>
            </a:pPr>
            <a:r>
              <a:rPr sz="1800"/>
              <a:t>Hoofdtekst - niveau één</a:t>
            </a:r>
          </a:p>
          <a:p>
            <a:pPr lvl="1">
              <a:defRPr sz="1800"/>
            </a:pPr>
            <a:r>
              <a:rPr sz="1800"/>
              <a:t>Hoofdtekst - niveau twee</a:t>
            </a:r>
          </a:p>
          <a:p>
            <a:pPr lvl="2">
              <a:defRPr sz="1800"/>
            </a:pPr>
            <a:r>
              <a:rPr sz="1800"/>
              <a:t>Hoofdtekst - niveau drie</a:t>
            </a:r>
          </a:p>
          <a:p>
            <a:pPr lvl="3">
              <a:defRPr sz="1800"/>
            </a:pPr>
            <a:r>
              <a:rPr sz="1800"/>
              <a:t>Hoofdtekst - niveau vier</a:t>
            </a:r>
          </a:p>
          <a:p>
            <a:pPr lvl="4">
              <a:defRPr sz="1800"/>
            </a:pPr>
            <a:r>
              <a:rPr sz="1800"/>
              <a:t>Hoofdtekst - niveau vijf</a:t>
            </a:r>
          </a:p>
        </p:txBody>
      </p:sp>
      <p:sp>
        <p:nvSpPr>
          <p:cNvPr id="75" name="Shape 7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3872730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/>
          </p:cNvSpPr>
          <p:nvPr>
            <p:ph type="title"/>
          </p:nvPr>
        </p:nvSpPr>
        <p:spPr>
          <a:xfrm>
            <a:off x="457200" y="0"/>
            <a:ext cx="3008314" cy="1076325"/>
          </a:xfrm>
          <a:prstGeom prst="rect">
            <a:avLst/>
          </a:prstGeom>
        </p:spPr>
        <p:txBody>
          <a:bodyPr anchor="b"/>
          <a:lstStyle>
            <a:lvl1pPr>
              <a:defRPr sz="1500">
                <a:latin typeface="Flanders Art Sans Bold"/>
                <a:ea typeface="Flanders Art Sans Bold"/>
                <a:cs typeface="Flanders Art Sans Bold"/>
                <a:sym typeface="Flanders Art Sans Bold"/>
              </a:defRPr>
            </a:lvl1pPr>
          </a:lstStyle>
          <a:p>
            <a:pPr lvl="0">
              <a:defRPr sz="1800" b="0"/>
            </a:pPr>
            <a:r>
              <a:rPr sz="1500" b="1"/>
              <a:t>Titeltekst</a:t>
            </a:r>
          </a:p>
        </p:txBody>
      </p:sp>
      <p:sp>
        <p:nvSpPr>
          <p:cNvPr id="83" name="Shape 83"/>
          <p:cNvSpPr>
            <a:spLocks noGrp="1"/>
          </p:cNvSpPr>
          <p:nvPr>
            <p:ph type="body" idx="1"/>
          </p:nvPr>
        </p:nvSpPr>
        <p:spPr>
          <a:xfrm>
            <a:off x="3575050" y="204787"/>
            <a:ext cx="5111750" cy="493871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400"/>
              <a:t>Hoofdtekst - niveau één</a:t>
            </a:r>
          </a:p>
          <a:p>
            <a:pPr lvl="1">
              <a:defRPr sz="1800"/>
            </a:pPr>
            <a:r>
              <a:rPr sz="2400"/>
              <a:t>Hoofdtekst - niveau twee</a:t>
            </a:r>
          </a:p>
          <a:p>
            <a:pPr lvl="2">
              <a:defRPr sz="1800"/>
            </a:pPr>
            <a:r>
              <a:rPr sz="2400"/>
              <a:t>Hoofdtekst - niveau drie</a:t>
            </a:r>
          </a:p>
          <a:p>
            <a:pPr lvl="3">
              <a:defRPr sz="1800"/>
            </a:pPr>
            <a:r>
              <a:rPr sz="2400"/>
              <a:t>Hoofdtekst - niveau vier</a:t>
            </a:r>
          </a:p>
          <a:p>
            <a:pPr lvl="4">
              <a:defRPr sz="1800"/>
            </a:pPr>
            <a:r>
              <a:rPr sz="2400"/>
              <a:t>Hoofdtekst - niveau vijf</a:t>
            </a:r>
          </a:p>
        </p:txBody>
      </p:sp>
      <p:sp>
        <p:nvSpPr>
          <p:cNvPr id="84" name="Shape 8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3216211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title"/>
          </p:nvPr>
        </p:nvSpPr>
        <p:spPr>
          <a:xfrm>
            <a:off x="1792289" y="3600450"/>
            <a:ext cx="5486401" cy="425054"/>
          </a:xfrm>
          <a:prstGeom prst="rect">
            <a:avLst/>
          </a:prstGeom>
        </p:spPr>
        <p:txBody>
          <a:bodyPr anchor="b"/>
          <a:lstStyle>
            <a:lvl1pPr>
              <a:defRPr sz="1500">
                <a:latin typeface="Flanders Art Sans Bold"/>
                <a:ea typeface="Flanders Art Sans Bold"/>
                <a:cs typeface="Flanders Art Sans Bold"/>
                <a:sym typeface="Flanders Art Sans Bold"/>
              </a:defRPr>
            </a:lvl1pPr>
          </a:lstStyle>
          <a:p>
            <a:pPr lvl="0">
              <a:defRPr sz="1800" b="0"/>
            </a:pPr>
            <a:r>
              <a:rPr sz="1500" b="1"/>
              <a:t>Titeltekst</a:t>
            </a:r>
          </a:p>
        </p:txBody>
      </p:sp>
      <p:sp>
        <p:nvSpPr>
          <p:cNvPr id="87" name="Shape 87"/>
          <p:cNvSpPr>
            <a:spLocks noGrp="1"/>
          </p:cNvSpPr>
          <p:nvPr>
            <p:ph type="body" idx="1"/>
          </p:nvPr>
        </p:nvSpPr>
        <p:spPr>
          <a:xfrm>
            <a:off x="1792289" y="4025503"/>
            <a:ext cx="5486401" cy="6036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25"/>
              </a:spcBef>
              <a:buSzTx/>
              <a:buFontTx/>
              <a:buNone/>
              <a:defRPr sz="1050"/>
            </a:lvl1pPr>
            <a:lvl2pPr marL="0" indent="342900">
              <a:spcBef>
                <a:spcPts val="225"/>
              </a:spcBef>
              <a:buSzTx/>
              <a:buFontTx/>
              <a:buNone/>
              <a:defRPr sz="1050"/>
            </a:lvl2pPr>
            <a:lvl3pPr marL="0" indent="685800">
              <a:spcBef>
                <a:spcPts val="225"/>
              </a:spcBef>
              <a:buSzTx/>
              <a:buFontTx/>
              <a:buNone/>
              <a:defRPr sz="1050"/>
            </a:lvl3pPr>
            <a:lvl4pPr marL="0" indent="1028700">
              <a:spcBef>
                <a:spcPts val="225"/>
              </a:spcBef>
              <a:buSzTx/>
              <a:buFontTx/>
              <a:buNone/>
              <a:defRPr sz="1050"/>
            </a:lvl4pPr>
            <a:lvl5pPr marL="0" indent="1371600">
              <a:spcBef>
                <a:spcPts val="225"/>
              </a:spcBef>
              <a:buSzTx/>
              <a:buFontTx/>
              <a:buNone/>
              <a:defRPr sz="1050"/>
            </a:lvl5pPr>
          </a:lstStyle>
          <a:p>
            <a:pPr lvl="0">
              <a:defRPr sz="1800"/>
            </a:pPr>
            <a:r>
              <a:rPr sz="1050"/>
              <a:t>Hoofdtekst - niveau één</a:t>
            </a:r>
          </a:p>
          <a:p>
            <a:pPr lvl="1">
              <a:defRPr sz="1800"/>
            </a:pPr>
            <a:r>
              <a:rPr sz="1050"/>
              <a:t>Hoofdtekst - niveau twee</a:t>
            </a:r>
          </a:p>
          <a:p>
            <a:pPr lvl="2">
              <a:defRPr sz="1800"/>
            </a:pPr>
            <a:r>
              <a:rPr sz="1050"/>
              <a:t>Hoofdtekst - niveau drie</a:t>
            </a:r>
          </a:p>
          <a:p>
            <a:pPr lvl="3">
              <a:defRPr sz="1800"/>
            </a:pPr>
            <a:r>
              <a:rPr sz="1050"/>
              <a:t>Hoofdtekst - niveau vier</a:t>
            </a:r>
          </a:p>
          <a:p>
            <a:pPr lvl="4">
              <a:defRPr sz="1800"/>
            </a:pPr>
            <a:r>
              <a:rPr sz="1050"/>
              <a:t>Hoofdtekst - niveau vijf</a:t>
            </a:r>
          </a:p>
        </p:txBody>
      </p:sp>
      <p:sp>
        <p:nvSpPr>
          <p:cNvPr id="88" name="Shape 8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8256625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/>
          </p:cNvSpPr>
          <p:nvPr>
            <p:ph type="title"/>
          </p:nvPr>
        </p:nvSpPr>
        <p:spPr>
          <a:xfrm>
            <a:off x="6629400" y="0"/>
            <a:ext cx="2057400" cy="4800602"/>
          </a:xfrm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3300" b="1"/>
              <a:t>Titeltekst</a:t>
            </a:r>
          </a:p>
        </p:txBody>
      </p:sp>
      <p:sp>
        <p:nvSpPr>
          <p:cNvPr id="95" name="Shape 95"/>
          <p:cNvSpPr>
            <a:spLocks noGrp="1"/>
          </p:cNvSpPr>
          <p:nvPr>
            <p:ph type="body" idx="1"/>
          </p:nvPr>
        </p:nvSpPr>
        <p:spPr>
          <a:xfrm>
            <a:off x="457200" y="205979"/>
            <a:ext cx="6019800" cy="493752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400"/>
              <a:t>Hoofdtekst - niveau één</a:t>
            </a:r>
          </a:p>
          <a:p>
            <a:pPr lvl="1">
              <a:defRPr sz="1800"/>
            </a:pPr>
            <a:r>
              <a:rPr sz="2400"/>
              <a:t>Hoofdtekst - niveau twee</a:t>
            </a:r>
          </a:p>
          <a:p>
            <a:pPr lvl="2">
              <a:defRPr sz="1800"/>
            </a:pPr>
            <a:r>
              <a:rPr sz="2400"/>
              <a:t>Hoofdtekst - niveau drie</a:t>
            </a:r>
          </a:p>
          <a:p>
            <a:pPr lvl="3">
              <a:defRPr sz="1800"/>
            </a:pPr>
            <a:r>
              <a:rPr sz="2400"/>
              <a:t>Hoofdtekst - niveau vier</a:t>
            </a:r>
          </a:p>
          <a:p>
            <a:pPr lvl="4">
              <a:defRPr sz="1800"/>
            </a:pPr>
            <a:r>
              <a:rPr sz="2400"/>
              <a:t>Hoofdtekst - niveau vijf</a:t>
            </a:r>
          </a:p>
        </p:txBody>
      </p:sp>
      <p:sp>
        <p:nvSpPr>
          <p:cNvPr id="96" name="Shape 9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08166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Program Slide_Vlaanderen Verbond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kstvak 11">
            <a:extLst>
              <a:ext uri="{FF2B5EF4-FFF2-40B4-BE49-F238E27FC236}">
                <a16:creationId xmlns:a16="http://schemas.microsoft.com/office/drawing/2014/main" id="{378A10B1-FED0-4DA5-9A4F-4545323592F3}"/>
              </a:ext>
            </a:extLst>
          </p:cNvPr>
          <p:cNvSpPr txBox="1"/>
          <p:nvPr userDrawn="1"/>
        </p:nvSpPr>
        <p:spPr>
          <a:xfrm>
            <a:off x="1436079" y="930652"/>
            <a:ext cx="52695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BE" sz="1050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827530FD-0126-417D-B14A-F28B240514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4868004"/>
            <a:ext cx="4572000" cy="274637"/>
          </a:xfrm>
        </p:spPr>
        <p:txBody>
          <a:bodyPr/>
          <a:lstStyle>
            <a:lvl1pPr algn="l">
              <a:defRPr/>
            </a:lvl1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F9A8218-D333-421F-B287-4308728C9D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7909" y="323573"/>
            <a:ext cx="7374778" cy="591132"/>
          </a:xfrm>
        </p:spPr>
        <p:txBody>
          <a:bodyPr/>
          <a:lstStyle>
            <a:lvl1pPr marL="0" indent="0" algn="l" defTabSz="514350" rtl="0" eaLnBrk="1" latinLnBrk="0" hangingPunct="1">
              <a:buFontTx/>
              <a:buNone/>
              <a:defRPr lang="nl-NL" sz="21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514350" rtl="0" eaLnBrk="1" latinLnBrk="0" hangingPunct="1">
              <a:buFontTx/>
              <a:buNone/>
              <a:defRPr lang="nl-NL" sz="21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514350" rtl="0" eaLnBrk="1" latinLnBrk="0" hangingPunct="1">
              <a:buFontTx/>
              <a:buNone/>
              <a:defRPr lang="nl-NL" sz="21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514350" rtl="0" eaLnBrk="1" latinLnBrk="0" hangingPunct="1">
              <a:buFontTx/>
              <a:buNone/>
              <a:defRPr lang="nl-NL" sz="21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514350" rtl="0" eaLnBrk="1" latinLnBrk="0" hangingPunct="1">
              <a:buFontTx/>
              <a:buNone/>
              <a:defRPr lang="nl-BE" sz="2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nl-NL"/>
              <a:t>Klik hier om een hoofdtitel toe te voegen</a:t>
            </a:r>
            <a:endParaRPr lang="nl-BE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F1DFF9D-4553-4CC5-BA5C-B8A65EEE63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7910" y="1053812"/>
            <a:ext cx="7374777" cy="274637"/>
          </a:xfrm>
        </p:spPr>
        <p:txBody>
          <a:bodyPr/>
          <a:lstStyle>
            <a:lvl1pPr marL="0" indent="0">
              <a:buFontTx/>
              <a:buNone/>
              <a:defRPr lang="nl-NL" sz="101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0">
              <a:buFontTx/>
              <a:buNone/>
              <a:defRPr lang="nl-NL" sz="101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0">
              <a:buFontTx/>
              <a:buNone/>
              <a:defRPr lang="nl-NL" sz="101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8000" indent="0">
              <a:buFontTx/>
              <a:buNone/>
              <a:defRPr lang="nl-NL" sz="101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0">
              <a:buFontTx/>
              <a:buNone/>
              <a:defRPr lang="nl-BE" sz="1013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nl-NL"/>
              <a:t>Klik hier om een eventuele tussentitel toe te voegen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83F0D27-B89B-4406-9AC1-2344EBE74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7963" y="1516873"/>
            <a:ext cx="7374724" cy="2650316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2807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72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E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FA3E8"/>
          </a:solidFill>
          <a:ln w="12700">
            <a:solidFill>
              <a:srgbClr val="6FA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4882896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>
                <a:solidFill>
                  <a:srgbClr val="777777"/>
                </a:solidFill>
              </a:rPr>
              <a:t>ICEG Review Committee</a:t>
            </a:r>
            <a:endParaRPr lang="en-US" sz="600"/>
          </a:p>
        </p:txBody>
      </p:sp>
      <p:sp>
        <p:nvSpPr>
          <p:cNvPr id="4" name="Text 2"/>
          <p:cNvSpPr/>
          <p:nvPr/>
        </p:nvSpPr>
        <p:spPr>
          <a:xfrm>
            <a:off x="6926580" y="4882896"/>
            <a:ext cx="188595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>
                <a:solidFill>
                  <a:srgbClr val="777777"/>
                </a:solidFill>
              </a:rPr>
              <a:t>AUTOMATIC TRANSLATIONS</a:t>
            </a:r>
            <a:endParaRPr lang="en-US" sz="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81110" y="4855464"/>
            <a:ext cx="600000" cy="225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77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26" Type="http://schemas.openxmlformats.org/officeDocument/2006/relationships/slideLayout" Target="../slideLayouts/slideLayout55.xml"/><Relationship Id="rId3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50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5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53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6.xml"/><Relationship Id="rId3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15B9B0B-9FF8-4AB2-91EC-BFD234DA0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813197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7AD4BAC-B767-43E5-8F16-E582C148C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94197"/>
            <a:ext cx="7886700" cy="343852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nl-NL"/>
              <a:t>Eerste niveau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5D5524-E479-4197-9F64-1F54DAFF6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9841" y="4758736"/>
            <a:ext cx="3625069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BE"/>
              <a:t>Voettekst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9B68AD4-8EA5-4A62-B9A6-94440AE01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85509" y="4758737"/>
            <a:ext cx="62865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fld id="{1EABE038-A425-4CC0-917A-1DC3ED725B2E}" type="slidenum">
              <a:rPr lang="nl-BE" smtClean="0"/>
              <a:pPr/>
              <a:t>‹nr.›</a:t>
            </a:fld>
            <a:endParaRPr lang="nl-BE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40003012-7043-4113-8641-7860C8DEC246}"/>
              </a:ext>
            </a:extLst>
          </p:cNvPr>
          <p:cNvSpPr/>
          <p:nvPr userDrawn="1"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050"/>
          </a:p>
        </p:txBody>
      </p:sp>
    </p:spTree>
    <p:extLst>
      <p:ext uri="{BB962C8B-B14F-4D97-AF65-F5344CB8AC3E}">
        <p14:creationId xmlns:p14="http://schemas.microsoft.com/office/powerpoint/2010/main" val="2212240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53" r:id="rId8"/>
    <p:sldLayoutId id="2147483726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  <p:sldLayoutId id="2147483700" r:id="rId2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u="none" kern="1200" baseline="0">
          <a:solidFill>
            <a:schemeClr val="tx1"/>
          </a:solidFill>
          <a:uFill>
            <a:solidFill>
              <a:schemeClr val="accent1"/>
            </a:solidFill>
          </a:u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spcAft>
          <a:spcPts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uFill>
            <a:solidFill>
              <a:schemeClr val="accent1"/>
            </a:solidFill>
          </a:uFill>
          <a:latin typeface="+mn-lt"/>
          <a:ea typeface="+mn-ea"/>
          <a:cs typeface="+mn-cs"/>
        </a:defRPr>
      </a:lvl1pPr>
      <a:lvl2pPr marL="27000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tx1"/>
        </a:buClr>
        <a:buSzPct val="100000"/>
        <a:buFont typeface="Wingdings" panose="05000000000000000000" pitchFamily="2" charset="2"/>
        <a:buChar char="§"/>
        <a:defRPr sz="1500" u="none" kern="1200" baseline="0">
          <a:solidFill>
            <a:schemeClr val="tx1"/>
          </a:solidFill>
          <a:uFill>
            <a:solidFill>
              <a:schemeClr val="accent1"/>
            </a:solidFill>
          </a:uFill>
          <a:latin typeface="+mn-lt"/>
          <a:ea typeface="+mn-ea"/>
          <a:cs typeface="+mn-cs"/>
        </a:defRPr>
      </a:lvl2pPr>
      <a:lvl3pPr marL="48600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SzPct val="100000"/>
        <a:buFont typeface="Wingdings" panose="05000000000000000000" pitchFamily="2" charset="2"/>
        <a:buChar char="§"/>
        <a:defRPr sz="1350" b="0" u="none" kern="1200" baseline="0">
          <a:solidFill>
            <a:schemeClr val="tx1"/>
          </a:solidFill>
          <a:uFill>
            <a:solidFill>
              <a:schemeClr val="accent3"/>
            </a:solidFill>
          </a:uFill>
          <a:latin typeface="+mn-lt"/>
          <a:ea typeface="+mn-ea"/>
          <a:cs typeface="+mn-cs"/>
        </a:defRPr>
      </a:lvl3pPr>
      <a:lvl4pPr marL="70200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tx2"/>
        </a:buClr>
        <a:buSzPct val="100000"/>
        <a:buFont typeface="Wingdings" panose="05000000000000000000" pitchFamily="2" charset="2"/>
        <a:buChar char="§"/>
        <a:defRPr sz="1200" u="none" kern="1200" baseline="0">
          <a:solidFill>
            <a:schemeClr val="tx1"/>
          </a:solidFill>
          <a:uFill>
            <a:solidFill>
              <a:schemeClr val="accent3"/>
            </a:solidFill>
          </a:uFill>
          <a:latin typeface="+mn-lt"/>
          <a:ea typeface="+mn-ea"/>
          <a:cs typeface="+mn-cs"/>
        </a:defRPr>
      </a:lvl4pPr>
      <a:lvl5pPr marL="91800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2"/>
        </a:buClr>
        <a:buSzPct val="100000"/>
        <a:buFont typeface="Wingdings" panose="05000000000000000000" pitchFamily="2" charset="2"/>
        <a:buChar char="§"/>
        <a:defRPr sz="1050" b="0" u="none" kern="1200" baseline="0">
          <a:solidFill>
            <a:schemeClr val="tx1"/>
          </a:solidFill>
          <a:uFill>
            <a:solidFill>
              <a:schemeClr val="accent3"/>
            </a:solidFill>
          </a:u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F26B43"/>
          </p15:clr>
        </p15:guide>
        <p15:guide id="2" pos="715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00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457200" y="69057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pPr lvl="0">
              <a:defRPr sz="1800" b="0"/>
            </a:pPr>
            <a:r>
              <a:rPr sz="3300" b="1"/>
              <a:t>Titeltekst</a:t>
            </a:r>
          </a:p>
        </p:txBody>
      </p:sp>
      <p:sp>
        <p:nvSpPr>
          <p:cNvPr id="4" name="Shape 4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pPr lvl="0">
              <a:defRPr sz="1800"/>
            </a:pPr>
            <a:r>
              <a:rPr sz="2400"/>
              <a:t>Hoofdtekst - niveau één</a:t>
            </a:r>
          </a:p>
          <a:p>
            <a:pPr lvl="1">
              <a:defRPr sz="1800"/>
            </a:pPr>
            <a:r>
              <a:rPr sz="2400"/>
              <a:t>Hoofdtekst - niveau twee</a:t>
            </a:r>
          </a:p>
          <a:p>
            <a:pPr lvl="2">
              <a:defRPr sz="1800"/>
            </a:pPr>
            <a:r>
              <a:rPr sz="2400"/>
              <a:t>Hoofdtekst - niveau drie</a:t>
            </a:r>
          </a:p>
          <a:p>
            <a:pPr lvl="3">
              <a:defRPr sz="1800"/>
            </a:pPr>
            <a:r>
              <a:rPr sz="2400"/>
              <a:t>Hoofdtekst - niveau vier</a:t>
            </a:r>
          </a:p>
          <a:p>
            <a:pPr lvl="4">
              <a:defRPr sz="1800"/>
            </a:pPr>
            <a:r>
              <a:rPr sz="2400"/>
              <a:t>Hoofdtekst - niveau vijf</a:t>
            </a:r>
          </a:p>
        </p:txBody>
      </p:sp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6553200" y="4767263"/>
            <a:ext cx="2133600" cy="307777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lvl="0"/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5093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58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59" r:id="rId14"/>
    <p:sldLayoutId id="2147483760" r:id="rId15"/>
    <p:sldLayoutId id="2147483761" r:id="rId16"/>
    <p:sldLayoutId id="2147483784" r:id="rId17"/>
    <p:sldLayoutId id="2147483785" r:id="rId18"/>
    <p:sldLayoutId id="2147483786" r:id="rId19"/>
    <p:sldLayoutId id="2147483869" r:id="rId20"/>
    <p:sldLayoutId id="2147483714" r:id="rId21"/>
    <p:sldLayoutId id="2147483716" r:id="rId22"/>
    <p:sldLayoutId id="2147483718" r:id="rId23"/>
    <p:sldLayoutId id="2147483719" r:id="rId24"/>
    <p:sldLayoutId id="2147483720" r:id="rId25"/>
    <p:sldLayoutId id="2147483721" r:id="rId26"/>
    <p:sldLayoutId id="2147483723" r:id="rId27"/>
    <p:sldLayoutId id="2147483724" r:id="rId28"/>
    <p:sldLayoutId id="2147483870" r:id="rId29"/>
  </p:sldLayoutIdLst>
  <p:transition spd="med"/>
  <p:hf hdr="0" ftr="0" dt="0"/>
  <p:txStyles>
    <p:titleStyle>
      <a:lvl1pPr>
        <a:defRPr sz="3300" b="1">
          <a:latin typeface="Flanders Art Sans"/>
          <a:ea typeface="Flanders Art Sans"/>
          <a:cs typeface="Flanders Art Sans"/>
          <a:sym typeface="Flanders Art Sans"/>
        </a:defRPr>
      </a:lvl1pPr>
      <a:lvl2pPr>
        <a:defRPr sz="3300" b="1">
          <a:latin typeface="Flanders Art Sans"/>
          <a:ea typeface="Flanders Art Sans"/>
          <a:cs typeface="Flanders Art Sans"/>
          <a:sym typeface="Flanders Art Sans"/>
        </a:defRPr>
      </a:lvl2pPr>
      <a:lvl3pPr>
        <a:defRPr sz="3300" b="1">
          <a:latin typeface="Flanders Art Sans"/>
          <a:ea typeface="Flanders Art Sans"/>
          <a:cs typeface="Flanders Art Sans"/>
          <a:sym typeface="Flanders Art Sans"/>
        </a:defRPr>
      </a:lvl3pPr>
      <a:lvl4pPr>
        <a:defRPr sz="3300" b="1">
          <a:latin typeface="Flanders Art Sans"/>
          <a:ea typeface="Flanders Art Sans"/>
          <a:cs typeface="Flanders Art Sans"/>
          <a:sym typeface="Flanders Art Sans"/>
        </a:defRPr>
      </a:lvl4pPr>
      <a:lvl5pPr>
        <a:defRPr sz="3300" b="1">
          <a:latin typeface="Flanders Art Sans"/>
          <a:ea typeface="Flanders Art Sans"/>
          <a:cs typeface="Flanders Art Sans"/>
          <a:sym typeface="Flanders Art Sans"/>
        </a:defRPr>
      </a:lvl5pPr>
      <a:lvl6pPr>
        <a:defRPr sz="3300" b="1">
          <a:latin typeface="Flanders Art Sans"/>
          <a:ea typeface="Flanders Art Sans"/>
          <a:cs typeface="Flanders Art Sans"/>
          <a:sym typeface="Flanders Art Sans"/>
        </a:defRPr>
      </a:lvl6pPr>
      <a:lvl7pPr>
        <a:defRPr sz="3300" b="1">
          <a:latin typeface="Flanders Art Sans"/>
          <a:ea typeface="Flanders Art Sans"/>
          <a:cs typeface="Flanders Art Sans"/>
          <a:sym typeface="Flanders Art Sans"/>
        </a:defRPr>
      </a:lvl7pPr>
      <a:lvl8pPr>
        <a:defRPr sz="3300" b="1">
          <a:latin typeface="Flanders Art Sans"/>
          <a:ea typeface="Flanders Art Sans"/>
          <a:cs typeface="Flanders Art Sans"/>
          <a:sym typeface="Flanders Art Sans"/>
        </a:defRPr>
      </a:lvl8pPr>
      <a:lvl9pPr>
        <a:defRPr sz="3300" b="1">
          <a:latin typeface="Flanders Art Sans"/>
          <a:ea typeface="Flanders Art Sans"/>
          <a:cs typeface="Flanders Art Sans"/>
          <a:sym typeface="Flanders Art Sans"/>
        </a:defRPr>
      </a:lvl9pPr>
    </p:titleStyle>
    <p:bodyStyle>
      <a:lvl1pPr marL="257175" indent="-257175">
        <a:spcBef>
          <a:spcPts val="525"/>
        </a:spcBef>
        <a:buSzPct val="100000"/>
        <a:buFont typeface="Arial"/>
        <a:buChar char="•"/>
        <a:defRPr sz="2400">
          <a:latin typeface="FlandersArtSans-Regular"/>
          <a:ea typeface="FlandersArtSans-Regular"/>
          <a:cs typeface="FlandersArtSans-Regular"/>
          <a:sym typeface="FlandersArtSans-Regular"/>
        </a:defRPr>
      </a:lvl1pPr>
      <a:lvl2pPr marL="587828" indent="-244928">
        <a:spcBef>
          <a:spcPts val="525"/>
        </a:spcBef>
        <a:buSzPct val="100000"/>
        <a:buFont typeface="Arial"/>
        <a:buChar char="–"/>
        <a:defRPr sz="2400">
          <a:latin typeface="FlandersArtSans-Regular"/>
          <a:ea typeface="FlandersArtSans-Regular"/>
          <a:cs typeface="FlandersArtSans-Regular"/>
          <a:sym typeface="FlandersArtSans-Regular"/>
        </a:defRPr>
      </a:lvl2pPr>
      <a:lvl3pPr marL="914400" indent="-228600">
        <a:spcBef>
          <a:spcPts val="525"/>
        </a:spcBef>
        <a:buSzPct val="100000"/>
        <a:buFont typeface="Arial"/>
        <a:buChar char="•"/>
        <a:defRPr sz="2400">
          <a:latin typeface="FlandersArtSans-Regular"/>
          <a:ea typeface="FlandersArtSans-Regular"/>
          <a:cs typeface="FlandersArtSans-Regular"/>
          <a:sym typeface="FlandersArtSans-Regular"/>
        </a:defRPr>
      </a:lvl3pPr>
      <a:lvl4pPr marL="1303020" indent="-274320">
        <a:spcBef>
          <a:spcPts val="525"/>
        </a:spcBef>
        <a:buSzPct val="100000"/>
        <a:buFont typeface="Arial"/>
        <a:buChar char="–"/>
        <a:defRPr sz="2400">
          <a:latin typeface="FlandersArtSans-Regular"/>
          <a:ea typeface="FlandersArtSans-Regular"/>
          <a:cs typeface="FlandersArtSans-Regular"/>
          <a:sym typeface="FlandersArtSans-Regular"/>
        </a:defRPr>
      </a:lvl4pPr>
      <a:lvl5pPr marL="1645920" indent="-274320">
        <a:spcBef>
          <a:spcPts val="525"/>
        </a:spcBef>
        <a:buSzPct val="100000"/>
        <a:buFont typeface="Arial"/>
        <a:buChar char="»"/>
        <a:defRPr sz="2400">
          <a:latin typeface="FlandersArtSans-Regular"/>
          <a:ea typeface="FlandersArtSans-Regular"/>
          <a:cs typeface="FlandersArtSans-Regular"/>
          <a:sym typeface="FlandersArtSans-Regular"/>
        </a:defRPr>
      </a:lvl5pPr>
      <a:lvl6pPr marL="1988820" indent="-274320">
        <a:spcBef>
          <a:spcPts val="525"/>
        </a:spcBef>
        <a:buSzPct val="100000"/>
        <a:buFont typeface="Arial"/>
        <a:buChar char="•"/>
        <a:defRPr sz="2400">
          <a:latin typeface="FlandersArtSans-Regular"/>
          <a:ea typeface="FlandersArtSans-Regular"/>
          <a:cs typeface="FlandersArtSans-Regular"/>
          <a:sym typeface="FlandersArtSans-Regular"/>
        </a:defRPr>
      </a:lvl6pPr>
      <a:lvl7pPr marL="2331720" indent="-274320">
        <a:spcBef>
          <a:spcPts val="525"/>
        </a:spcBef>
        <a:buSzPct val="100000"/>
        <a:buFont typeface="Arial"/>
        <a:buChar char="•"/>
        <a:defRPr sz="2400">
          <a:latin typeface="FlandersArtSans-Regular"/>
          <a:ea typeface="FlandersArtSans-Regular"/>
          <a:cs typeface="FlandersArtSans-Regular"/>
          <a:sym typeface="FlandersArtSans-Regular"/>
        </a:defRPr>
      </a:lvl7pPr>
      <a:lvl8pPr marL="2674619" indent="-274319">
        <a:spcBef>
          <a:spcPts val="525"/>
        </a:spcBef>
        <a:buSzPct val="100000"/>
        <a:buFont typeface="Arial"/>
        <a:buChar char="•"/>
        <a:defRPr sz="2400">
          <a:latin typeface="FlandersArtSans-Regular"/>
          <a:ea typeface="FlandersArtSans-Regular"/>
          <a:cs typeface="FlandersArtSans-Regular"/>
          <a:sym typeface="FlandersArtSans-Regular"/>
        </a:defRPr>
      </a:lvl8pPr>
      <a:lvl9pPr marL="3017519" indent="-274319">
        <a:spcBef>
          <a:spcPts val="525"/>
        </a:spcBef>
        <a:buSzPct val="100000"/>
        <a:buFont typeface="Arial"/>
        <a:buChar char="•"/>
        <a:defRPr sz="2400">
          <a:latin typeface="FlandersArtSans-Regular"/>
          <a:ea typeface="FlandersArtSans-Regular"/>
          <a:cs typeface="FlandersArtSans-Regular"/>
          <a:sym typeface="FlandersArtSans-Regular"/>
        </a:defRPr>
      </a:lvl9pPr>
    </p:bodyStyle>
    <p:otherStyle>
      <a:lvl1pPr>
        <a:defRPr>
          <a:solidFill>
            <a:schemeClr val="tx1"/>
          </a:solidFill>
          <a:latin typeface="+mn-lt"/>
          <a:ea typeface="+mn-ea"/>
          <a:cs typeface="+mn-cs"/>
          <a:sym typeface="FlandersArtSans-Regular"/>
        </a:defRPr>
      </a:lvl1pPr>
      <a:lvl2pPr indent="342900">
        <a:defRPr>
          <a:solidFill>
            <a:schemeClr val="tx1"/>
          </a:solidFill>
          <a:latin typeface="+mn-lt"/>
          <a:ea typeface="+mn-ea"/>
          <a:cs typeface="+mn-cs"/>
          <a:sym typeface="FlandersArtSans-Regular"/>
        </a:defRPr>
      </a:lvl2pPr>
      <a:lvl3pPr indent="685800">
        <a:defRPr>
          <a:solidFill>
            <a:schemeClr val="tx1"/>
          </a:solidFill>
          <a:latin typeface="+mn-lt"/>
          <a:ea typeface="+mn-ea"/>
          <a:cs typeface="+mn-cs"/>
          <a:sym typeface="FlandersArtSans-Regular"/>
        </a:defRPr>
      </a:lvl3pPr>
      <a:lvl4pPr indent="1028700">
        <a:defRPr>
          <a:solidFill>
            <a:schemeClr val="tx1"/>
          </a:solidFill>
          <a:latin typeface="+mn-lt"/>
          <a:ea typeface="+mn-ea"/>
          <a:cs typeface="+mn-cs"/>
          <a:sym typeface="FlandersArtSans-Regular"/>
        </a:defRPr>
      </a:lvl4pPr>
      <a:lvl5pPr indent="1371600">
        <a:defRPr>
          <a:solidFill>
            <a:schemeClr val="tx1"/>
          </a:solidFill>
          <a:latin typeface="+mn-lt"/>
          <a:ea typeface="+mn-ea"/>
          <a:cs typeface="+mn-cs"/>
          <a:sym typeface="FlandersArtSans-Regular"/>
        </a:defRPr>
      </a:lvl5pPr>
      <a:lvl6pPr indent="1714500">
        <a:defRPr>
          <a:solidFill>
            <a:schemeClr val="tx1"/>
          </a:solidFill>
          <a:latin typeface="+mn-lt"/>
          <a:ea typeface="+mn-ea"/>
          <a:cs typeface="+mn-cs"/>
          <a:sym typeface="FlandersArtSans-Regular"/>
        </a:defRPr>
      </a:lvl6pPr>
      <a:lvl7pPr indent="2057400">
        <a:defRPr>
          <a:solidFill>
            <a:schemeClr val="tx1"/>
          </a:solidFill>
          <a:latin typeface="+mn-lt"/>
          <a:ea typeface="+mn-ea"/>
          <a:cs typeface="+mn-cs"/>
          <a:sym typeface="FlandersArtSans-Regular"/>
        </a:defRPr>
      </a:lvl7pPr>
      <a:lvl8pPr indent="2400300">
        <a:defRPr>
          <a:solidFill>
            <a:schemeClr val="tx1"/>
          </a:solidFill>
          <a:latin typeface="+mn-lt"/>
          <a:ea typeface="+mn-ea"/>
          <a:cs typeface="+mn-cs"/>
          <a:sym typeface="FlandersArtSans-Regular"/>
        </a:defRPr>
      </a:lvl8pPr>
      <a:lvl9pPr indent="2743200">
        <a:defRPr>
          <a:solidFill>
            <a:schemeClr val="tx1"/>
          </a:solidFill>
          <a:latin typeface="+mn-lt"/>
          <a:ea typeface="+mn-ea"/>
          <a:cs typeface="+mn-cs"/>
          <a:sym typeface="FlandersArtSans-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ACB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232A8-6E83-0BD9-0C06-D42DB4D95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7E998-8E1F-A2B7-F962-108DE1A6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640" y="2024547"/>
            <a:ext cx="7108114" cy="883992"/>
          </a:xfrm>
        </p:spPr>
        <p:txBody>
          <a:bodyPr lIns="45719" tIns="45720" rIns="45719" bIns="45720" anchor="ctr">
            <a:noAutofit/>
          </a:bodyPr>
          <a:lstStyle/>
          <a:p>
            <a:pPr algn="l"/>
            <a:r>
              <a:rPr lang="nl-BE" sz="3200" dirty="0">
                <a:solidFill>
                  <a:schemeClr val="bg1"/>
                </a:solidFill>
                <a:cs typeface="Helvetica"/>
              </a:rPr>
              <a:t>Agenda ICEG </a:t>
            </a:r>
            <a:r>
              <a:rPr lang="nl-BE" sz="3200" dirty="0" err="1">
                <a:solidFill>
                  <a:schemeClr val="bg1"/>
                </a:solidFill>
                <a:cs typeface="Helvetica"/>
              </a:rPr>
              <a:t>Interop</a:t>
            </a:r>
            <a:r>
              <a:rPr lang="nl-BE" sz="3200" dirty="0">
                <a:solidFill>
                  <a:schemeClr val="bg1"/>
                </a:solidFill>
                <a:cs typeface="Helvetica"/>
              </a:rPr>
              <a:t> </a:t>
            </a:r>
            <a:r>
              <a:rPr lang="nl-BE" sz="3200" dirty="0" err="1">
                <a:solidFill>
                  <a:schemeClr val="bg1"/>
                </a:solidFill>
                <a:cs typeface="Helvetica"/>
              </a:rPr>
              <a:t>Summit</a:t>
            </a:r>
            <a:r>
              <a:rPr lang="nl-BE" sz="3200" dirty="0">
                <a:solidFill>
                  <a:schemeClr val="bg1"/>
                </a:solidFill>
                <a:cs typeface="Helvetica"/>
              </a:rPr>
              <a:t>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D3B9D-A969-1717-4D71-7E86154EAA4C}"/>
              </a:ext>
            </a:extLst>
          </p:cNvPr>
          <p:cNvSpPr txBox="1"/>
          <p:nvPr/>
        </p:nvSpPr>
        <p:spPr>
          <a:xfrm>
            <a:off x="2286000" y="2186356"/>
            <a:ext cx="457200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endParaRPr lang="nl-BE" sz="1400" b="0">
              <a:solidFill>
                <a:schemeClr val="bg1"/>
              </a:solidFill>
              <a:latin typeface="FlandersArtSans-Regular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49907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02336" y="192024"/>
            <a:ext cx="373050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2028"/>
                </a:solidFill>
                <a:latin typeface="Arial"/>
              </a:defRPr>
            </a:pPr>
            <a:r>
              <a:rPr dirty="0"/>
              <a:t>ICEG </a:t>
            </a:r>
            <a:r>
              <a:rPr lang="nl-NL" dirty="0" err="1"/>
              <a:t>Interop</a:t>
            </a:r>
            <a:r>
              <a:rPr lang="nl-NL" dirty="0"/>
              <a:t> </a:t>
            </a:r>
            <a:r>
              <a:rPr lang="nl-NL" dirty="0" err="1"/>
              <a:t>Summit</a:t>
            </a:r>
            <a:r>
              <a:rPr lang="nl-NL" dirty="0"/>
              <a:t> 2026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20624" y="562356"/>
            <a:ext cx="1617751" cy="25391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050">
                <a:solidFill>
                  <a:srgbClr val="606672"/>
                </a:solidFill>
                <a:latin typeface="Arial"/>
              </a:defRPr>
            </a:pPr>
            <a:r>
              <a:rPr dirty="0"/>
              <a:t>Proposal for discussion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64478"/>
            <a:ext cx="5303520" cy="3326130"/>
          </a:xfrm>
          <a:prstGeom prst="roundRect">
            <a:avLst/>
          </a:prstGeom>
          <a:solidFill>
            <a:srgbClr val="F4F6F9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1287922"/>
            <a:ext cx="1109599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 b="1">
                <a:solidFill>
                  <a:srgbClr val="2F65CB"/>
                </a:solidFill>
                <a:latin typeface="Arial"/>
              </a:defRPr>
            </a:pPr>
            <a:r>
              <a:rPr sz="1600"/>
              <a:t>Objective</a:t>
            </a:r>
            <a:endParaRPr lang="en-US" sz="1600"/>
          </a:p>
        </p:txBody>
      </p:sp>
      <p:sp>
        <p:nvSpPr>
          <p:cNvPr id="10" name="TextBox 9"/>
          <p:cNvSpPr txBox="1"/>
          <p:nvPr/>
        </p:nvSpPr>
        <p:spPr>
          <a:xfrm>
            <a:off x="722376" y="1617106"/>
            <a:ext cx="4864608" cy="2123658"/>
          </a:xfrm>
          <a:prstGeom prst="rect">
            <a:avLst/>
          </a:prstGeom>
          <a:noFill/>
        </p:spPr>
        <p:txBody>
          <a:bodyPr wrap="square" lIns="0" tIns="45720" rIns="0" bIns="45720" anchor="t">
            <a:spAutoFit/>
          </a:bodyPr>
          <a:lstStyle/>
          <a:p>
            <a:pPr marL="285750" indent="-285750">
              <a:buChar char="•"/>
              <a:defRPr sz="1050">
                <a:solidFill>
                  <a:srgbClr val="1C2028"/>
                </a:solidFill>
                <a:latin typeface="Arial"/>
              </a:defRPr>
            </a:pPr>
            <a:r>
              <a:rPr lang="en-US" sz="1200" dirty="0"/>
              <a:t>Strengthen ICEG as the </a:t>
            </a:r>
            <a:r>
              <a:rPr lang="en-US" sz="1200" dirty="0" err="1"/>
              <a:t>interfederal</a:t>
            </a:r>
            <a:r>
              <a:rPr lang="en-US" sz="1200" dirty="0"/>
              <a:t> community for interoperability in Belgium</a:t>
            </a:r>
          </a:p>
          <a:p>
            <a:pPr marL="285750" indent="-285750">
              <a:buChar char="•"/>
              <a:defRPr sz="1050">
                <a:solidFill>
                  <a:srgbClr val="1C2028"/>
                </a:solidFill>
                <a:latin typeface="Arial"/>
              </a:defRPr>
            </a:pPr>
            <a:r>
              <a:rPr lang="en-US" sz="1200" dirty="0"/>
              <a:t>Create a shared understanding of interoperability challenges and opportunities</a:t>
            </a:r>
            <a:endParaRPr sz="1200"/>
          </a:p>
          <a:p>
            <a:pPr marL="285750" indent="-285750">
              <a:buChar char="•"/>
              <a:defRPr sz="1050">
                <a:solidFill>
                  <a:srgbClr val="1C2028"/>
                </a:solidFill>
                <a:latin typeface="Arial"/>
              </a:defRPr>
            </a:pPr>
            <a:r>
              <a:rPr lang="en-US" sz="1200" dirty="0"/>
              <a:t>Connect policy, business and technical perspectives across administrations</a:t>
            </a:r>
          </a:p>
          <a:p>
            <a:pPr marL="285750" indent="-285750">
              <a:buChar char="•"/>
              <a:defRPr sz="1050">
                <a:solidFill>
                  <a:srgbClr val="1C2028"/>
                </a:solidFill>
                <a:latin typeface="Arial"/>
              </a:defRPr>
            </a:pPr>
            <a:r>
              <a:rPr lang="en-US" sz="1200" dirty="0"/>
              <a:t>Share practical experiences, reusable agreements and implementation approaches</a:t>
            </a:r>
          </a:p>
          <a:p>
            <a:pPr marL="285750" indent="-285750">
              <a:buChar char="•"/>
              <a:defRPr sz="1050">
                <a:solidFill>
                  <a:srgbClr val="1C2028"/>
                </a:solidFill>
                <a:latin typeface="Arial"/>
              </a:defRPr>
            </a:pPr>
            <a:r>
              <a:rPr lang="en-US" sz="1200" dirty="0"/>
              <a:t>Inspire collaboration towards a more interoperable public sector ecosystem</a:t>
            </a:r>
            <a:endParaRPr sz="1200"/>
          </a:p>
          <a:p>
            <a:pPr>
              <a:spcAft>
                <a:spcPts val="700"/>
              </a:spcAft>
              <a:defRPr sz="1050">
                <a:solidFill>
                  <a:srgbClr val="1C2028"/>
                </a:solidFill>
                <a:latin typeface="Arial"/>
              </a:defRPr>
            </a:pPr>
            <a:endParaRPr sz="1200" dirty="0"/>
          </a:p>
        </p:txBody>
      </p:sp>
      <p:sp>
        <p:nvSpPr>
          <p:cNvPr id="11" name="Rounded Rectangle 10"/>
          <p:cNvSpPr/>
          <p:nvPr/>
        </p:nvSpPr>
        <p:spPr>
          <a:xfrm>
            <a:off x="6080760" y="1164478"/>
            <a:ext cx="2560320" cy="1474470"/>
          </a:xfrm>
          <a:prstGeom prst="roundRect">
            <a:avLst/>
          </a:prstGeom>
          <a:solidFill>
            <a:srgbClr val="EBF1FA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216" y="1287922"/>
            <a:ext cx="1678665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 b="1">
                <a:solidFill>
                  <a:srgbClr val="2F65CB"/>
                </a:solidFill>
                <a:latin typeface="Arial"/>
              </a:defRPr>
            </a:pPr>
            <a:r>
              <a:rPr sz="1600"/>
              <a:t>Date &amp; location</a:t>
            </a:r>
            <a:endParaRPr lang="en-US" sz="1600"/>
          </a:p>
        </p:txBody>
      </p:sp>
      <p:sp>
        <p:nvSpPr>
          <p:cNvPr id="13" name="TextBox 12"/>
          <p:cNvSpPr txBox="1"/>
          <p:nvPr/>
        </p:nvSpPr>
        <p:spPr>
          <a:xfrm>
            <a:off x="6300216" y="1617106"/>
            <a:ext cx="2121408" cy="736099"/>
          </a:xfrm>
          <a:prstGeom prst="rect">
            <a:avLst/>
          </a:prstGeom>
          <a:noFill/>
        </p:spPr>
        <p:txBody>
          <a:bodyPr wrap="square" lIns="0" tIns="45720" rIns="0" bIns="45720" anchor="t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1C2028"/>
                </a:solidFill>
                <a:latin typeface="Arial"/>
              </a:defRPr>
            </a:pPr>
            <a:r>
              <a:rPr sz="1200" dirty="0"/>
              <a:t>• 18 November 2026</a:t>
            </a:r>
            <a:endParaRPr lang="en-US" sz="1200" dirty="0"/>
          </a:p>
          <a:p>
            <a:pPr>
              <a:spcAft>
                <a:spcPts val="700"/>
              </a:spcAft>
              <a:defRPr sz="1050">
                <a:solidFill>
                  <a:srgbClr val="1C2028"/>
                </a:solidFill>
                <a:latin typeface="Arial"/>
              </a:defRPr>
            </a:pPr>
            <a:r>
              <a:rPr sz="1200" dirty="0"/>
              <a:t>• Herman Teirlinck building</a:t>
            </a:r>
            <a:r>
              <a:rPr lang="en-US" sz="1200" dirty="0"/>
              <a:t> (Tour &amp; Taxis, Brussels)</a:t>
            </a:r>
            <a:endParaRPr sz="1200" dirty="0"/>
          </a:p>
        </p:txBody>
      </p:sp>
      <p:sp>
        <p:nvSpPr>
          <p:cNvPr id="14" name="Rounded Rectangle 13"/>
          <p:cNvSpPr/>
          <p:nvPr/>
        </p:nvSpPr>
        <p:spPr>
          <a:xfrm>
            <a:off x="6080760" y="2810398"/>
            <a:ext cx="2560320" cy="1680210"/>
          </a:xfrm>
          <a:prstGeom prst="roundRect">
            <a:avLst/>
          </a:prstGeom>
          <a:solidFill>
            <a:srgbClr val="EBF1FA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0216" y="2933842"/>
            <a:ext cx="822661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300" b="1">
                <a:solidFill>
                  <a:srgbClr val="2F65CB"/>
                </a:solidFill>
                <a:latin typeface="Arial"/>
              </a:defRPr>
            </a:pPr>
            <a:r>
              <a:rPr sz="1600"/>
              <a:t>Set-up</a:t>
            </a:r>
            <a:endParaRPr lang="en-US" sz="1600"/>
          </a:p>
        </p:txBody>
      </p:sp>
      <p:sp>
        <p:nvSpPr>
          <p:cNvPr id="16" name="TextBox 15"/>
          <p:cNvSpPr txBox="1"/>
          <p:nvPr/>
        </p:nvSpPr>
        <p:spPr>
          <a:xfrm>
            <a:off x="6300216" y="3270169"/>
            <a:ext cx="2235708" cy="825867"/>
          </a:xfrm>
          <a:prstGeom prst="rect">
            <a:avLst/>
          </a:prstGeom>
          <a:noFill/>
        </p:spPr>
        <p:txBody>
          <a:bodyPr wrap="square" lIns="0" tIns="45720" rIns="0" bIns="45720" anchor="t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1C2028"/>
                </a:solidFill>
                <a:latin typeface="Arial"/>
              </a:defRPr>
            </a:pPr>
            <a:r>
              <a:rPr sz="1200" dirty="0"/>
              <a:t>• Maximum 100 participants</a:t>
            </a:r>
            <a:endParaRPr lang="en-US" sz="1200" dirty="0"/>
          </a:p>
          <a:p>
            <a:pPr>
              <a:spcAft>
                <a:spcPts val="700"/>
              </a:spcAft>
              <a:defRPr sz="1050">
                <a:solidFill>
                  <a:srgbClr val="1C2028"/>
                </a:solidFill>
                <a:latin typeface="Arial"/>
              </a:defRPr>
            </a:pPr>
            <a:r>
              <a:rPr sz="1200" dirty="0"/>
              <a:t>• Plenary auditorium: 100</a:t>
            </a:r>
          </a:p>
          <a:p>
            <a:pPr>
              <a:spcAft>
                <a:spcPts val="700"/>
              </a:spcAft>
              <a:defRPr sz="1050">
                <a:solidFill>
                  <a:srgbClr val="1C2028"/>
                </a:solidFill>
                <a:latin typeface="Arial"/>
              </a:defRPr>
            </a:pPr>
            <a:r>
              <a:rPr sz="1200" dirty="0"/>
              <a:t>• Working language: English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889754"/>
            <a:ext cx="228600" cy="102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06672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Box 1"/>
          <p:cNvSpPr txBox="1"/>
          <p:nvPr/>
        </p:nvSpPr>
        <p:spPr>
          <a:xfrm>
            <a:off x="420624" y="164592"/>
            <a:ext cx="78638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rial"/>
              </a:rPr>
              <a:t>Draft programme 18/11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7589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Arial"/>
              </a:rPr>
              <a:t>Working proposal to be completed together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69848"/>
            <a:ext cx="1" cy="3163824"/>
          </a:xfrm>
          <a:prstGeom prst="line">
            <a:avLst/>
          </a:prstGeom>
          <a:ln w="19050">
            <a:solidFill>
              <a:srgbClr val="2A6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93776" y="1051560"/>
            <a:ext cx="109728" cy="109728"/>
          </a:xfrm>
          <a:prstGeom prst="ellipse">
            <a:avLst/>
          </a:prstGeom>
          <a:solidFill>
            <a:srgbClr val="2A6FD3"/>
          </a:solidFill>
          <a:ln>
            <a:solidFill>
              <a:srgbClr val="2A6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0058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A6FD3"/>
                </a:solidFill>
                <a:latin typeface="Arial"/>
              </a:rPr>
              <a:t>09:00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1328" y="941832"/>
            <a:ext cx="6812280" cy="34747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016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82496" y="1014984"/>
            <a:ext cx="630936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rial"/>
              </a:rPr>
              <a:t>Welcome coffee</a:t>
            </a:r>
          </a:p>
        </p:txBody>
      </p:sp>
      <p:sp>
        <p:nvSpPr>
          <p:cNvPr id="9" name="Oval 8"/>
          <p:cNvSpPr/>
          <p:nvPr/>
        </p:nvSpPr>
        <p:spPr>
          <a:xfrm>
            <a:off x="493776" y="1440180"/>
            <a:ext cx="109728" cy="109728"/>
          </a:xfrm>
          <a:prstGeom prst="ellipse">
            <a:avLst/>
          </a:prstGeom>
          <a:solidFill>
            <a:srgbClr val="2A6FD3"/>
          </a:solidFill>
          <a:ln>
            <a:solidFill>
              <a:srgbClr val="2A6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39446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A6FD3"/>
                </a:solidFill>
                <a:latin typeface="Arial"/>
              </a:rPr>
              <a:t>09:30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328" y="1330452"/>
            <a:ext cx="6812280" cy="3474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306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82496" y="1376172"/>
            <a:ext cx="34290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rial"/>
              </a:rPr>
              <a:t>Welcome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656" y="1385316"/>
            <a:ext cx="27889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>
                <a:solidFill>
                  <a:srgbClr val="586069"/>
                </a:solidFill>
              </a:rPr>
              <a:t>Frank Leyman</a:t>
            </a: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93776" y="1828800"/>
            <a:ext cx="109728" cy="109728"/>
          </a:xfrm>
          <a:prstGeom prst="ellipse">
            <a:avLst/>
          </a:prstGeom>
          <a:solidFill>
            <a:srgbClr val="2A6FD3"/>
          </a:solidFill>
          <a:ln>
            <a:solidFill>
              <a:srgbClr val="2A6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178308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A6FD3"/>
                </a:solidFill>
                <a:latin typeface="Arial"/>
              </a:rPr>
              <a:t>09:45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81328" y="1719072"/>
            <a:ext cx="6812280" cy="3474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2A6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82496" y="1764792"/>
            <a:ext cx="34290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rial"/>
              </a:rPr>
              <a:t>Keynote: Interoperable Europe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1773936"/>
            <a:ext cx="2788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86069"/>
                </a:solidFill>
                <a:latin typeface="Arial"/>
              </a:rPr>
              <a:t>EU</a:t>
            </a:r>
          </a:p>
        </p:txBody>
      </p:sp>
      <p:sp>
        <p:nvSpPr>
          <p:cNvPr id="19" name="Oval 18"/>
          <p:cNvSpPr/>
          <p:nvPr/>
        </p:nvSpPr>
        <p:spPr>
          <a:xfrm>
            <a:off x="493776" y="2217420"/>
            <a:ext cx="109728" cy="109728"/>
          </a:xfrm>
          <a:prstGeom prst="ellipse">
            <a:avLst/>
          </a:prstGeom>
          <a:solidFill>
            <a:srgbClr val="2A6FD3"/>
          </a:solidFill>
          <a:ln>
            <a:solidFill>
              <a:srgbClr val="2A6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2171699"/>
            <a:ext cx="6583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A6FD3"/>
                </a:solidFill>
                <a:latin typeface="Arial"/>
              </a:rPr>
              <a:t>10:15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81328" y="2107691"/>
            <a:ext cx="6812280" cy="34747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0160">
            <a:solidFill>
              <a:srgbClr val="C6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82496" y="2180844"/>
            <a:ext cx="630936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rial"/>
              </a:rPr>
              <a:t>Coffee break</a:t>
            </a:r>
          </a:p>
        </p:txBody>
      </p:sp>
      <p:sp>
        <p:nvSpPr>
          <p:cNvPr id="23" name="Oval 22"/>
          <p:cNvSpPr/>
          <p:nvPr/>
        </p:nvSpPr>
        <p:spPr>
          <a:xfrm>
            <a:off x="493776" y="2606040"/>
            <a:ext cx="109728" cy="109728"/>
          </a:xfrm>
          <a:prstGeom prst="ellipse">
            <a:avLst/>
          </a:prstGeom>
          <a:solidFill>
            <a:srgbClr val="2A6FD3"/>
          </a:solidFill>
          <a:ln>
            <a:solidFill>
              <a:srgbClr val="2A6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256032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A6FD3"/>
                </a:solidFill>
                <a:latin typeface="Arial"/>
              </a:rPr>
              <a:t>10:45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81328" y="2496312"/>
            <a:ext cx="6812280" cy="3474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306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82496" y="2542032"/>
            <a:ext cx="3429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1">
                <a:solidFill>
                  <a:srgbClr val="1F2937"/>
                </a:solidFill>
              </a:rPr>
              <a:t>Next Gen EIF</a:t>
            </a:r>
            <a:endParaRPr lang="en-US" sz="1200" b="1">
              <a:solidFill>
                <a:srgbClr val="1F2937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48656" y="2551176"/>
            <a:ext cx="27889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>
                <a:solidFill>
                  <a:srgbClr val="586069"/>
                </a:solidFill>
              </a:rPr>
              <a:t>EU</a:t>
            </a:r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493776" y="2994660"/>
            <a:ext cx="109728" cy="109728"/>
          </a:xfrm>
          <a:prstGeom prst="ellipse">
            <a:avLst/>
          </a:prstGeom>
          <a:solidFill>
            <a:srgbClr val="2A6FD3"/>
          </a:solidFill>
          <a:ln>
            <a:solidFill>
              <a:srgbClr val="2A6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29489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A6FD3"/>
                </a:solidFill>
                <a:latin typeface="Arial"/>
              </a:rPr>
              <a:t>11:15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81328" y="2884932"/>
            <a:ext cx="6812280" cy="3474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306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82496" y="2930652"/>
            <a:ext cx="3429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1">
                <a:solidFill>
                  <a:srgbClr val="1F2937"/>
                </a:solidFill>
              </a:rPr>
              <a:t>Interopgids </a:t>
            </a:r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5248656" y="2939796"/>
            <a:ext cx="2788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dirty="0" err="1">
                <a:solidFill>
                  <a:srgbClr val="586069"/>
                </a:solidFill>
              </a:rPr>
              <a:t>Digitaal</a:t>
            </a:r>
            <a:r>
              <a:rPr lang="en-US" sz="900" dirty="0">
                <a:solidFill>
                  <a:srgbClr val="586069"/>
                </a:solidFill>
              </a:rPr>
              <a:t> Vlaanderen</a:t>
            </a:r>
            <a:endParaRPr lang="en-US" sz="900" dirty="0"/>
          </a:p>
          <a:p>
            <a:pPr algn="r"/>
            <a:endParaRPr lang="en-US" sz="900" b="0" dirty="0">
              <a:solidFill>
                <a:srgbClr val="586069"/>
              </a:solidFill>
              <a:latin typeface="Arial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93776" y="3383280"/>
            <a:ext cx="109728" cy="109728"/>
          </a:xfrm>
          <a:prstGeom prst="ellipse">
            <a:avLst/>
          </a:prstGeom>
          <a:solidFill>
            <a:srgbClr val="2A6FD3"/>
          </a:solidFill>
          <a:ln>
            <a:solidFill>
              <a:srgbClr val="2A6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333756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A6FD3"/>
                </a:solidFill>
                <a:latin typeface="Arial"/>
              </a:rPr>
              <a:t>12:15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81328" y="3273552"/>
            <a:ext cx="6812280" cy="3474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306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682496" y="3319272"/>
            <a:ext cx="3429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1" dirty="0">
                <a:solidFill>
                  <a:srgbClr val="1F2937"/>
                </a:solidFill>
              </a:rPr>
              <a:t>Cases </a:t>
            </a:r>
            <a:endParaRPr lang="en-US" sz="1200" b="1" dirty="0">
              <a:solidFill>
                <a:srgbClr val="1F2937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248656" y="3328416"/>
            <a:ext cx="2788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dirty="0">
                <a:solidFill>
                  <a:srgbClr val="586069"/>
                </a:solidFill>
              </a:rPr>
              <a:t>Hydrants · Person · IMKL</a:t>
            </a:r>
            <a:endParaRPr lang="en-US" sz="900" dirty="0"/>
          </a:p>
          <a:p>
            <a:pPr algn="r"/>
            <a:endParaRPr sz="900" b="0" dirty="0">
              <a:solidFill>
                <a:srgbClr val="586069"/>
              </a:solidFill>
              <a:latin typeface="Arial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493776" y="3771900"/>
            <a:ext cx="109728" cy="109728"/>
          </a:xfrm>
          <a:prstGeom prst="ellipse">
            <a:avLst/>
          </a:prstGeom>
          <a:solidFill>
            <a:srgbClr val="2A6FD3"/>
          </a:solidFill>
          <a:ln>
            <a:solidFill>
              <a:srgbClr val="2A6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372618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A6FD3"/>
                </a:solidFill>
                <a:latin typeface="Arial"/>
              </a:rPr>
              <a:t>12:45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81328" y="3662172"/>
            <a:ext cx="6812280" cy="34747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0160">
            <a:solidFill>
              <a:srgbClr val="C6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682496" y="3735324"/>
            <a:ext cx="630936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rial"/>
              </a:rPr>
              <a:t>Wrap-up</a:t>
            </a:r>
          </a:p>
        </p:txBody>
      </p:sp>
      <p:sp>
        <p:nvSpPr>
          <p:cNvPr id="42" name="Oval 41"/>
          <p:cNvSpPr/>
          <p:nvPr/>
        </p:nvSpPr>
        <p:spPr>
          <a:xfrm>
            <a:off x="493776" y="4160520"/>
            <a:ext cx="109728" cy="109728"/>
          </a:xfrm>
          <a:prstGeom prst="ellipse">
            <a:avLst/>
          </a:prstGeom>
          <a:solidFill>
            <a:srgbClr val="2A6FD3"/>
          </a:solidFill>
          <a:ln>
            <a:solidFill>
              <a:srgbClr val="2A6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2A6FD3"/>
                </a:solidFill>
                <a:latin typeface="Arial"/>
              </a:rPr>
              <a:t>13:00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81328" y="4050791"/>
            <a:ext cx="6812280" cy="34747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0160">
            <a:solidFill>
              <a:srgbClr val="C6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682496" y="4123944"/>
            <a:ext cx="630936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rial"/>
              </a:rPr>
              <a:t>Lunch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635769A9-AA01-5722-56D4-9394AD068519}"/>
              </a:ext>
            </a:extLst>
          </p:cNvPr>
          <p:cNvSpPr/>
          <p:nvPr/>
        </p:nvSpPr>
        <p:spPr>
          <a:xfrm>
            <a:off x="397764" y="925830"/>
            <a:ext cx="243459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5240" dist="50800" dir="2700000" algn="bl" rotWithShape="0">
              <a:srgbClr val="B8C1C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C249440C-A8F6-F84D-F27F-F20076B9B63F}"/>
              </a:ext>
            </a:extLst>
          </p:cNvPr>
          <p:cNvSpPr/>
          <p:nvPr/>
        </p:nvSpPr>
        <p:spPr>
          <a:xfrm>
            <a:off x="397764" y="925830"/>
            <a:ext cx="54864" cy="1508760"/>
          </a:xfrm>
          <a:prstGeom prst="rect">
            <a:avLst/>
          </a:prstGeom>
          <a:solidFill>
            <a:srgbClr val="516A7F"/>
          </a:solidFill>
          <a:ln w="12700">
            <a:solidFill>
              <a:srgbClr val="315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511B102-F3EC-0B73-DCE8-5885ECE1CB8E}"/>
              </a:ext>
            </a:extLst>
          </p:cNvPr>
          <p:cNvSpPr/>
          <p:nvPr/>
        </p:nvSpPr>
        <p:spPr>
          <a:xfrm>
            <a:off x="548640" y="1049274"/>
            <a:ext cx="3840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 dirty="0">
                <a:solidFill>
                  <a:srgbClr val="315B7D"/>
                </a:solidFill>
              </a:rPr>
              <a:t>09:30</a:t>
            </a:r>
            <a:endParaRPr lang="en-US" sz="825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605E8D3-0424-28F2-3772-DF591E09918D}"/>
              </a:ext>
            </a:extLst>
          </p:cNvPr>
          <p:cNvSpPr/>
          <p:nvPr/>
        </p:nvSpPr>
        <p:spPr>
          <a:xfrm>
            <a:off x="934915" y="1049274"/>
            <a:ext cx="1682195" cy="247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600" b="1" kern="0" spc="38">
                <a:solidFill>
                  <a:srgbClr val="7A828C"/>
                </a:solidFill>
              </a:rPr>
              <a:t>OUR COLLABORATION</a:t>
            </a:r>
            <a:endParaRPr lang="en-US"/>
          </a:p>
          <a:p>
            <a:pPr algn="r"/>
            <a:endParaRPr lang="en-US" sz="600" b="1" kern="0" spc="38" dirty="0">
              <a:solidFill>
                <a:srgbClr val="7A828C"/>
              </a:solidFill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E1A4BDDF-FF91-27CA-1656-E472124BD134}"/>
              </a:ext>
            </a:extLst>
          </p:cNvPr>
          <p:cNvSpPr/>
          <p:nvPr/>
        </p:nvSpPr>
        <p:spPr>
          <a:xfrm>
            <a:off x="563679" y="1283769"/>
            <a:ext cx="2183912" cy="2524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" b="1" dirty="0">
                <a:solidFill>
                  <a:srgbClr val="1F2937"/>
                </a:solidFill>
              </a:rPr>
              <a:t>Welcome · ICEG representati</a:t>
            </a:r>
            <a:r>
              <a:rPr lang="en-US" sz="1150" b="1">
                <a:solidFill>
                  <a:srgbClr val="1F2937"/>
                </a:solidFill>
              </a:rPr>
              <a:t>ve</a:t>
            </a:r>
            <a:endParaRPr lang="en-US" sz="1163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5090E75D-7ED5-46C6-A751-CFCE4D456B11}"/>
              </a:ext>
            </a:extLst>
          </p:cNvPr>
          <p:cNvSpPr/>
          <p:nvPr/>
        </p:nvSpPr>
        <p:spPr>
          <a:xfrm>
            <a:off x="548640" y="1618488"/>
            <a:ext cx="2071116" cy="64465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SzPct val="100000"/>
              <a:buFont typeface="Arial"/>
              <a:buChar char="•"/>
            </a:pPr>
            <a:r>
              <a:rPr lang="en-US" sz="750" dirty="0"/>
              <a:t>How ICEG turns cooperation into concrete action and public value</a:t>
            </a:r>
            <a:endParaRPr lang="en-US" sz="750"/>
          </a:p>
          <a:p>
            <a:pPr marL="171450" indent="-171450">
              <a:buSzPct val="100000"/>
              <a:buChar char="•"/>
            </a:pPr>
            <a:r>
              <a:rPr lang="en-US" sz="750" dirty="0"/>
              <a:t>ICEG’s role in advancing interoperability across Belgian administrations</a:t>
            </a:r>
            <a:endParaRPr lang="en-US" sz="750"/>
          </a:p>
          <a:p>
            <a:pPr marL="171450" indent="-171450">
              <a:buChar char="•"/>
            </a:pPr>
            <a:r>
              <a:rPr lang="en-US" sz="750" dirty="0"/>
              <a:t>Our shared ambition: align priorities and develop reusable agreements</a:t>
            </a:r>
            <a:endParaRPr lang="en-US" sz="750"/>
          </a:p>
          <a:p>
            <a:pPr marL="171450" indent="-171450">
              <a:buSzPct val="100000"/>
              <a:buChar char="•"/>
            </a:pPr>
            <a:endParaRPr lang="en-US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13BD8533-76DD-8A07-BD9A-7F7A3538A6EF}"/>
              </a:ext>
            </a:extLst>
          </p:cNvPr>
          <p:cNvSpPr/>
          <p:nvPr/>
        </p:nvSpPr>
        <p:spPr>
          <a:xfrm>
            <a:off x="3168396" y="925830"/>
            <a:ext cx="243459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5240" dist="50800" dir="2700000" algn="bl" rotWithShape="0">
              <a:srgbClr val="B8C1C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73925EDF-63A9-F08A-C680-F674E759BC2D}"/>
              </a:ext>
            </a:extLst>
          </p:cNvPr>
          <p:cNvSpPr/>
          <p:nvPr/>
        </p:nvSpPr>
        <p:spPr>
          <a:xfrm>
            <a:off x="3168396" y="925830"/>
            <a:ext cx="54864" cy="1508760"/>
          </a:xfrm>
          <a:prstGeom prst="rect">
            <a:avLst/>
          </a:prstGeom>
          <a:solidFill>
            <a:srgbClr val="2A6FD3"/>
          </a:solidFill>
          <a:ln w="12700">
            <a:solidFill>
              <a:srgbClr val="2A6F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4130E402-3649-A023-2DFD-4283D7818C71}"/>
              </a:ext>
            </a:extLst>
          </p:cNvPr>
          <p:cNvSpPr/>
          <p:nvPr/>
        </p:nvSpPr>
        <p:spPr>
          <a:xfrm>
            <a:off x="3319272" y="1049274"/>
            <a:ext cx="3840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 dirty="0">
                <a:solidFill>
                  <a:srgbClr val="2A6FD3"/>
                </a:solidFill>
              </a:rPr>
              <a:t>09:45</a:t>
            </a:r>
            <a:endParaRPr lang="en-US" sz="825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BE5A28E0-7826-B196-E999-ADCA64D5CC67}"/>
              </a:ext>
            </a:extLst>
          </p:cNvPr>
          <p:cNvSpPr/>
          <p:nvPr/>
        </p:nvSpPr>
        <p:spPr>
          <a:xfrm>
            <a:off x="3758184" y="1049274"/>
            <a:ext cx="1659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600" b="1" kern="0" spc="38" dirty="0">
                <a:solidFill>
                  <a:srgbClr val="7A828C"/>
                </a:solidFill>
              </a:rPr>
              <a:t>WHY &amp; AMBITION</a:t>
            </a:r>
            <a:endParaRPr lang="en-US" sz="600" dirty="0">
              <a:solidFill>
                <a:srgbClr val="000000"/>
              </a:solidFill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6E552EE6-2979-CFAF-EB08-CA13E8E48661}"/>
              </a:ext>
            </a:extLst>
          </p:cNvPr>
          <p:cNvSpPr/>
          <p:nvPr/>
        </p:nvSpPr>
        <p:spPr>
          <a:xfrm>
            <a:off x="3319272" y="1268730"/>
            <a:ext cx="207111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63" b="1" dirty="0">
                <a:solidFill>
                  <a:srgbClr val="1F2937"/>
                </a:solidFill>
              </a:rPr>
              <a:t>Keynote · Interoperable Europe</a:t>
            </a:r>
            <a:endParaRPr lang="en-US" sz="1163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92004A5F-4503-D374-AB68-07573B8ECA8C}"/>
              </a:ext>
            </a:extLst>
          </p:cNvPr>
          <p:cNvSpPr/>
          <p:nvPr/>
        </p:nvSpPr>
        <p:spPr>
          <a:xfrm>
            <a:off x="3319272" y="1618488"/>
            <a:ext cx="2071116" cy="64465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4775" indent="-104775">
              <a:buSzPct val="100000"/>
              <a:buChar char="•"/>
            </a:pPr>
            <a:r>
              <a:rPr lang="en-US" sz="795" dirty="0">
                <a:solidFill>
                  <a:srgbClr val="3F4752"/>
                </a:solidFill>
              </a:rPr>
              <a:t>European vision and policy context</a:t>
            </a:r>
            <a:endParaRPr lang="en-US" sz="795" dirty="0"/>
          </a:p>
          <a:p>
            <a:pPr marL="104775" indent="-104775">
              <a:buSzPct val="100000"/>
              <a:buChar char="•"/>
            </a:pPr>
            <a:r>
              <a:rPr lang="en-US" sz="795" dirty="0">
                <a:solidFill>
                  <a:srgbClr val="3F4752"/>
                </a:solidFill>
              </a:rPr>
              <a:t>Why interoperability matters for public value</a:t>
            </a:r>
            <a:endParaRPr lang="en-US" sz="795" dirty="0"/>
          </a:p>
          <a:p>
            <a:pPr marL="104775" indent="-104775">
              <a:buSzPct val="100000"/>
              <a:buChar char="•"/>
            </a:pPr>
            <a:r>
              <a:rPr lang="en-US" sz="795" dirty="0">
                <a:solidFill>
                  <a:srgbClr val="3F4752"/>
                </a:solidFill>
              </a:rPr>
              <a:t>Role of national and regional administrations</a:t>
            </a:r>
            <a:endParaRPr lang="en-US" sz="795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32D55532-7CFF-AF78-0DE0-3900CE8423B8}"/>
              </a:ext>
            </a:extLst>
          </p:cNvPr>
          <p:cNvSpPr/>
          <p:nvPr/>
        </p:nvSpPr>
        <p:spPr>
          <a:xfrm>
            <a:off x="5939028" y="925830"/>
            <a:ext cx="243459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5240" dist="50800" dir="2700000" algn="bl" rotWithShape="0">
              <a:srgbClr val="B8C1C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0BA4A686-FD28-70E3-E294-51FFC6B49C4D}"/>
              </a:ext>
            </a:extLst>
          </p:cNvPr>
          <p:cNvSpPr/>
          <p:nvPr/>
        </p:nvSpPr>
        <p:spPr>
          <a:xfrm>
            <a:off x="5939028" y="925830"/>
            <a:ext cx="54864" cy="1508760"/>
          </a:xfrm>
          <a:prstGeom prst="rect">
            <a:avLst/>
          </a:prstGeom>
          <a:solidFill>
            <a:srgbClr val="7558A6"/>
          </a:solidFill>
          <a:ln w="12700">
            <a:solidFill>
              <a:srgbClr val="755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02647128-0ECF-05C5-B24B-75A465033592}"/>
              </a:ext>
            </a:extLst>
          </p:cNvPr>
          <p:cNvSpPr/>
          <p:nvPr/>
        </p:nvSpPr>
        <p:spPr>
          <a:xfrm>
            <a:off x="6089904" y="1049274"/>
            <a:ext cx="3840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 dirty="0">
                <a:solidFill>
                  <a:srgbClr val="7558A6"/>
                </a:solidFill>
              </a:rPr>
              <a:t>10:45</a:t>
            </a:r>
            <a:endParaRPr lang="en-US" sz="825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94D6D082-53ED-B2B8-8B54-6C80EBFE5B54}"/>
              </a:ext>
            </a:extLst>
          </p:cNvPr>
          <p:cNvSpPr/>
          <p:nvPr/>
        </p:nvSpPr>
        <p:spPr>
          <a:xfrm>
            <a:off x="6528816" y="1049274"/>
            <a:ext cx="1659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615" b="1" kern="0" spc="38" dirty="0">
                <a:solidFill>
                  <a:srgbClr val="7A828C"/>
                </a:solidFill>
              </a:rPr>
              <a:t>WHAT · EUROPEAN FRAMEWORK</a:t>
            </a:r>
            <a:endParaRPr lang="en-US" sz="615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74DF419D-DF55-3522-06E9-DB8A90C15E6E}"/>
              </a:ext>
            </a:extLst>
          </p:cNvPr>
          <p:cNvSpPr/>
          <p:nvPr/>
        </p:nvSpPr>
        <p:spPr>
          <a:xfrm>
            <a:off x="6089904" y="1268730"/>
            <a:ext cx="207111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50" b="1" dirty="0">
                <a:solidFill>
                  <a:srgbClr val="1F2937"/>
                </a:solidFill>
              </a:rPr>
              <a:t>Next Generation EIF</a:t>
            </a:r>
            <a:endParaRPr lang="en-US" sz="1163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55A1292A-A072-6E47-4E5F-EF5433F523FA}"/>
              </a:ext>
            </a:extLst>
          </p:cNvPr>
          <p:cNvSpPr/>
          <p:nvPr/>
        </p:nvSpPr>
        <p:spPr>
          <a:xfrm>
            <a:off x="6089904" y="1618488"/>
            <a:ext cx="2071116" cy="64465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4775" indent="-104775">
              <a:buSzPct val="100000"/>
              <a:buChar char="•"/>
            </a:pPr>
            <a:r>
              <a:rPr lang="en-US" sz="795" dirty="0">
                <a:solidFill>
                  <a:srgbClr val="3F4752"/>
                </a:solidFill>
              </a:rPr>
              <a:t>Why the EIF is being revised</a:t>
            </a:r>
            <a:endParaRPr lang="en-US" sz="795" dirty="0"/>
          </a:p>
          <a:p>
            <a:pPr marL="104775" indent="-104775">
              <a:buSzPct val="100000"/>
              <a:buChar char="•"/>
            </a:pPr>
            <a:r>
              <a:rPr lang="en-US" sz="795" dirty="0">
                <a:solidFill>
                  <a:srgbClr val="3F4752"/>
                </a:solidFill>
              </a:rPr>
              <a:t>Expected evolution of principles and guidance</a:t>
            </a:r>
            <a:endParaRPr lang="en-US" sz="795" dirty="0"/>
          </a:p>
          <a:p>
            <a:pPr marL="104775" indent="-104775">
              <a:buSzPct val="100000"/>
              <a:buChar char="•"/>
            </a:pPr>
            <a:r>
              <a:rPr lang="en-US" sz="795" dirty="0">
                <a:solidFill>
                  <a:srgbClr val="3F4752"/>
                </a:solidFill>
              </a:rPr>
              <a:t>Impact and opportunities for Member States</a:t>
            </a:r>
            <a:endParaRPr lang="en-US" sz="795" dirty="0"/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630F68F7-B331-988C-5492-ADE5C8EFD182}"/>
              </a:ext>
            </a:extLst>
          </p:cNvPr>
          <p:cNvSpPr/>
          <p:nvPr/>
        </p:nvSpPr>
        <p:spPr>
          <a:xfrm>
            <a:off x="397764" y="2688336"/>
            <a:ext cx="243459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5240" dist="50800" dir="2700000" algn="bl" rotWithShape="0">
              <a:srgbClr val="B8C1C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95AC5E7D-84C7-834D-2270-CC3B2635531D}"/>
              </a:ext>
            </a:extLst>
          </p:cNvPr>
          <p:cNvSpPr/>
          <p:nvPr/>
        </p:nvSpPr>
        <p:spPr>
          <a:xfrm>
            <a:off x="397764" y="2688336"/>
            <a:ext cx="54864" cy="1508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33AC8259-2822-03A8-7381-A102FD33E4A7}"/>
              </a:ext>
            </a:extLst>
          </p:cNvPr>
          <p:cNvSpPr/>
          <p:nvPr/>
        </p:nvSpPr>
        <p:spPr>
          <a:xfrm>
            <a:off x="548640" y="2811780"/>
            <a:ext cx="3840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 dirty="0">
                <a:solidFill>
                  <a:srgbClr val="00897B"/>
                </a:solidFill>
              </a:rPr>
              <a:t>11:15</a:t>
            </a:r>
            <a:endParaRPr lang="en-US" sz="825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0224D6E1-F125-0C7E-B36D-436192CCA834}"/>
              </a:ext>
            </a:extLst>
          </p:cNvPr>
          <p:cNvSpPr/>
          <p:nvPr/>
        </p:nvSpPr>
        <p:spPr>
          <a:xfrm>
            <a:off x="987552" y="2811780"/>
            <a:ext cx="1659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615" b="1" kern="0" spc="38" dirty="0">
                <a:solidFill>
                  <a:srgbClr val="7A828C"/>
                </a:solidFill>
              </a:rPr>
              <a:t>HOW · PRACTICAL TRANSLATION</a:t>
            </a:r>
            <a:endParaRPr lang="en-US" sz="615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3F90D5D0-58A1-2B9E-1EA5-987B39E5142F}"/>
              </a:ext>
            </a:extLst>
          </p:cNvPr>
          <p:cNvSpPr/>
          <p:nvPr/>
        </p:nvSpPr>
        <p:spPr>
          <a:xfrm>
            <a:off x="548640" y="3031236"/>
            <a:ext cx="207111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63" b="1" dirty="0">
                <a:solidFill>
                  <a:srgbClr val="1F2937"/>
                </a:solidFill>
              </a:rPr>
              <a:t>Interopgids · Digitaal Vlaanderen</a:t>
            </a:r>
            <a:endParaRPr lang="en-US" sz="1163" dirty="0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2681F6FA-A94C-77AB-5E56-A21A267761B0}"/>
              </a:ext>
            </a:extLst>
          </p:cNvPr>
          <p:cNvSpPr/>
          <p:nvPr/>
        </p:nvSpPr>
        <p:spPr>
          <a:xfrm>
            <a:off x="548640" y="3380994"/>
            <a:ext cx="2071116" cy="64465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4775" indent="-104775">
              <a:buSzPct val="100000"/>
              <a:buChar char="•"/>
            </a:pPr>
            <a:r>
              <a:rPr lang="en-US" sz="795" dirty="0">
                <a:solidFill>
                  <a:srgbClr val="3F4752"/>
                </a:solidFill>
              </a:rPr>
              <a:t>Translate European principles into a usable framework</a:t>
            </a:r>
            <a:endParaRPr lang="en-US" sz="795" dirty="0"/>
          </a:p>
          <a:p>
            <a:pPr marL="104775" indent="-104775">
              <a:buSzPct val="100000"/>
              <a:buChar char="•"/>
            </a:pPr>
            <a:r>
              <a:rPr lang="en-US" sz="795" dirty="0">
                <a:solidFill>
                  <a:srgbClr val="3F4752"/>
                </a:solidFill>
              </a:rPr>
              <a:t>Lifecycle and governance of interoperability agreements</a:t>
            </a:r>
            <a:endParaRPr lang="en-US" sz="795" dirty="0"/>
          </a:p>
          <a:p>
            <a:pPr marL="104775" indent="-104775">
              <a:buSzPct val="100000"/>
              <a:buChar char="•"/>
            </a:pPr>
            <a:r>
              <a:rPr lang="en-US" sz="795" dirty="0">
                <a:solidFill>
                  <a:srgbClr val="3F4752"/>
                </a:solidFill>
              </a:rPr>
              <a:t>Support assessments, publication and application</a:t>
            </a:r>
            <a:endParaRPr lang="en-US" sz="795" dirty="0"/>
          </a:p>
        </p:txBody>
      </p:sp>
      <p:sp>
        <p:nvSpPr>
          <p:cNvPr id="58" name="Shape 26">
            <a:extLst>
              <a:ext uri="{FF2B5EF4-FFF2-40B4-BE49-F238E27FC236}">
                <a16:creationId xmlns:a16="http://schemas.microsoft.com/office/drawing/2014/main" id="{8A6AD3B3-A6CF-CA49-DD08-E4F0586F89F4}"/>
              </a:ext>
            </a:extLst>
          </p:cNvPr>
          <p:cNvSpPr/>
          <p:nvPr/>
        </p:nvSpPr>
        <p:spPr>
          <a:xfrm>
            <a:off x="3168396" y="2688336"/>
            <a:ext cx="243459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5240" dist="50800" dir="2700000" algn="bl" rotWithShape="0">
              <a:srgbClr val="B8C1C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03CC56B8-3683-BD0C-4991-9BBF19D59E6C}"/>
              </a:ext>
            </a:extLst>
          </p:cNvPr>
          <p:cNvSpPr/>
          <p:nvPr/>
        </p:nvSpPr>
        <p:spPr>
          <a:xfrm>
            <a:off x="3168396" y="2688336"/>
            <a:ext cx="54864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22700F1A-53B1-DA11-9470-242CFD016F41}"/>
              </a:ext>
            </a:extLst>
          </p:cNvPr>
          <p:cNvSpPr/>
          <p:nvPr/>
        </p:nvSpPr>
        <p:spPr>
          <a:xfrm>
            <a:off x="3319272" y="2811780"/>
            <a:ext cx="3840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 dirty="0">
                <a:solidFill>
                  <a:srgbClr val="D97706"/>
                </a:solidFill>
              </a:rPr>
              <a:t>12:15</a:t>
            </a:r>
            <a:endParaRPr lang="en-US" sz="825" dirty="0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6182D240-FC4A-6637-97EA-E6BF46AE055C}"/>
              </a:ext>
            </a:extLst>
          </p:cNvPr>
          <p:cNvSpPr/>
          <p:nvPr/>
        </p:nvSpPr>
        <p:spPr>
          <a:xfrm>
            <a:off x="3758184" y="2811780"/>
            <a:ext cx="1659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615" b="1" kern="0" spc="38" dirty="0">
                <a:solidFill>
                  <a:srgbClr val="7A828C"/>
                </a:solidFill>
              </a:rPr>
              <a:t>APPLICATION &amp; LESSONS</a:t>
            </a:r>
            <a:endParaRPr lang="en-US" sz="615" dirty="0"/>
          </a:p>
        </p:txBody>
      </p:sp>
      <p:sp>
        <p:nvSpPr>
          <p:cNvPr id="66" name="Text 30">
            <a:extLst>
              <a:ext uri="{FF2B5EF4-FFF2-40B4-BE49-F238E27FC236}">
                <a16:creationId xmlns:a16="http://schemas.microsoft.com/office/drawing/2014/main" id="{92EE9424-0627-72B9-D2A8-FB52AC230DD0}"/>
              </a:ext>
            </a:extLst>
          </p:cNvPr>
          <p:cNvSpPr/>
          <p:nvPr/>
        </p:nvSpPr>
        <p:spPr>
          <a:xfrm>
            <a:off x="3319272" y="3031236"/>
            <a:ext cx="207111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63" b="1" dirty="0">
                <a:solidFill>
                  <a:srgbClr val="1F2937"/>
                </a:solidFill>
              </a:rPr>
              <a:t>Cases · Hydrants, Person, IMKL</a:t>
            </a:r>
            <a:endParaRPr lang="en-US" sz="1163" dirty="0"/>
          </a:p>
        </p:txBody>
      </p:sp>
      <p:sp>
        <p:nvSpPr>
          <p:cNvPr id="68" name="Text 31">
            <a:extLst>
              <a:ext uri="{FF2B5EF4-FFF2-40B4-BE49-F238E27FC236}">
                <a16:creationId xmlns:a16="http://schemas.microsoft.com/office/drawing/2014/main" id="{8FD7C6D5-E27A-1841-4A7F-795B692A7856}"/>
              </a:ext>
            </a:extLst>
          </p:cNvPr>
          <p:cNvSpPr/>
          <p:nvPr/>
        </p:nvSpPr>
        <p:spPr>
          <a:xfrm>
            <a:off x="3319272" y="3380994"/>
            <a:ext cx="2071116" cy="64465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4775" indent="-104775">
              <a:buSzPct val="100000"/>
              <a:buChar char="•"/>
            </a:pPr>
            <a:r>
              <a:rPr lang="en-US" sz="795" dirty="0">
                <a:solidFill>
                  <a:srgbClr val="3F4752"/>
                </a:solidFill>
              </a:rPr>
              <a:t>Show interoperability through concrete cases</a:t>
            </a:r>
            <a:endParaRPr lang="en-US" sz="795" dirty="0"/>
          </a:p>
          <a:p>
            <a:pPr marL="104775" indent="-104775">
              <a:buSzPct val="100000"/>
              <a:buChar char="•"/>
            </a:pPr>
            <a:r>
              <a:rPr lang="en-US" sz="795" dirty="0">
                <a:solidFill>
                  <a:srgbClr val="3F4752"/>
                </a:solidFill>
              </a:rPr>
              <a:t>From common need to standards and implementation</a:t>
            </a:r>
            <a:endParaRPr lang="en-US" sz="795" dirty="0"/>
          </a:p>
          <a:p>
            <a:pPr marL="104775" indent="-104775">
              <a:buSzPct val="100000"/>
              <a:buChar char="•"/>
            </a:pPr>
            <a:r>
              <a:rPr lang="en-US" sz="795" dirty="0">
                <a:solidFill>
                  <a:srgbClr val="3F4752"/>
                </a:solidFill>
              </a:rPr>
              <a:t>Lessons, challenges and reuse across administrations</a:t>
            </a:r>
            <a:endParaRPr lang="en-US" sz="795" dirty="0"/>
          </a:p>
        </p:txBody>
      </p:sp>
      <p:sp>
        <p:nvSpPr>
          <p:cNvPr id="70" name="Shape 32">
            <a:extLst>
              <a:ext uri="{FF2B5EF4-FFF2-40B4-BE49-F238E27FC236}">
                <a16:creationId xmlns:a16="http://schemas.microsoft.com/office/drawing/2014/main" id="{A1474CB3-7897-ABC2-3A90-663447B11123}"/>
              </a:ext>
            </a:extLst>
          </p:cNvPr>
          <p:cNvSpPr/>
          <p:nvPr/>
        </p:nvSpPr>
        <p:spPr>
          <a:xfrm>
            <a:off x="5939028" y="2688336"/>
            <a:ext cx="243459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5240" dist="50800" dir="2700000" algn="bl" rotWithShape="0">
              <a:srgbClr val="B8C1C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B5F7B303-1BF4-716A-3F0B-3195D6B809E3}"/>
              </a:ext>
            </a:extLst>
          </p:cNvPr>
          <p:cNvSpPr/>
          <p:nvPr/>
        </p:nvSpPr>
        <p:spPr>
          <a:xfrm>
            <a:off x="5939028" y="2688336"/>
            <a:ext cx="54864" cy="15087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34">
            <a:extLst>
              <a:ext uri="{FF2B5EF4-FFF2-40B4-BE49-F238E27FC236}">
                <a16:creationId xmlns:a16="http://schemas.microsoft.com/office/drawing/2014/main" id="{4B8A8BB8-2CA8-F680-0D0A-7CFD8014986D}"/>
              </a:ext>
            </a:extLst>
          </p:cNvPr>
          <p:cNvSpPr/>
          <p:nvPr/>
        </p:nvSpPr>
        <p:spPr>
          <a:xfrm>
            <a:off x="6089904" y="2811780"/>
            <a:ext cx="3840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5" b="1" dirty="0">
                <a:solidFill>
                  <a:srgbClr val="4B5563"/>
                </a:solidFill>
              </a:rPr>
              <a:t>12:45</a:t>
            </a:r>
            <a:endParaRPr lang="en-US" sz="825" dirty="0"/>
          </a:p>
        </p:txBody>
      </p:sp>
      <p:sp>
        <p:nvSpPr>
          <p:cNvPr id="76" name="Text 35">
            <a:extLst>
              <a:ext uri="{FF2B5EF4-FFF2-40B4-BE49-F238E27FC236}">
                <a16:creationId xmlns:a16="http://schemas.microsoft.com/office/drawing/2014/main" id="{8E99BE20-ACAB-F3F9-1E08-FDADA5CC23FD}"/>
              </a:ext>
            </a:extLst>
          </p:cNvPr>
          <p:cNvSpPr/>
          <p:nvPr/>
        </p:nvSpPr>
        <p:spPr>
          <a:xfrm>
            <a:off x="6528816" y="2811780"/>
            <a:ext cx="1659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615" b="1" kern="0" spc="38" dirty="0">
                <a:solidFill>
                  <a:srgbClr val="7A828C"/>
                </a:solidFill>
              </a:rPr>
              <a:t>SHARED NEXT STEPS</a:t>
            </a:r>
            <a:endParaRPr lang="en-US" sz="615" dirty="0"/>
          </a:p>
        </p:txBody>
      </p:sp>
      <p:sp>
        <p:nvSpPr>
          <p:cNvPr id="78" name="Text 36">
            <a:extLst>
              <a:ext uri="{FF2B5EF4-FFF2-40B4-BE49-F238E27FC236}">
                <a16:creationId xmlns:a16="http://schemas.microsoft.com/office/drawing/2014/main" id="{FF33AA71-127A-B040-A557-5C5E682441E7}"/>
              </a:ext>
            </a:extLst>
          </p:cNvPr>
          <p:cNvSpPr/>
          <p:nvPr/>
        </p:nvSpPr>
        <p:spPr>
          <a:xfrm>
            <a:off x="6089904" y="3031236"/>
            <a:ext cx="207111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63" b="1" dirty="0">
                <a:solidFill>
                  <a:srgbClr val="1F2937"/>
                </a:solidFill>
              </a:rPr>
              <a:t>Wrap-up</a:t>
            </a:r>
            <a:endParaRPr lang="en-US" sz="1163" dirty="0"/>
          </a:p>
        </p:txBody>
      </p:sp>
      <p:sp>
        <p:nvSpPr>
          <p:cNvPr id="80" name="Text 37">
            <a:extLst>
              <a:ext uri="{FF2B5EF4-FFF2-40B4-BE49-F238E27FC236}">
                <a16:creationId xmlns:a16="http://schemas.microsoft.com/office/drawing/2014/main" id="{A6C802EB-F3F7-9437-A6DC-6624A4BE2C78}"/>
              </a:ext>
            </a:extLst>
          </p:cNvPr>
          <p:cNvSpPr/>
          <p:nvPr/>
        </p:nvSpPr>
        <p:spPr>
          <a:xfrm>
            <a:off x="6089904" y="3380994"/>
            <a:ext cx="2071116" cy="64465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t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4775" indent="-104775">
              <a:buSzPct val="100000"/>
              <a:buChar char="•"/>
            </a:pPr>
            <a:r>
              <a:rPr lang="en-US" sz="795" dirty="0">
                <a:solidFill>
                  <a:srgbClr val="3F4752"/>
                </a:solidFill>
              </a:rPr>
              <a:t>Connect the key messages across sessions</a:t>
            </a:r>
            <a:endParaRPr lang="en-US" sz="795" dirty="0"/>
          </a:p>
          <a:p>
            <a:pPr marL="104775" indent="-104775">
              <a:buSzPct val="100000"/>
              <a:buChar char="•"/>
            </a:pPr>
            <a:r>
              <a:rPr lang="en-US" sz="795" dirty="0">
                <a:solidFill>
                  <a:srgbClr val="3F4752"/>
                </a:solidFill>
              </a:rPr>
              <a:t>Identify shared priorities and opportunities</a:t>
            </a:r>
            <a:endParaRPr lang="en-US" sz="795" dirty="0"/>
          </a:p>
          <a:p>
            <a:pPr marL="104775" indent="-104775">
              <a:buSzPct val="100000"/>
              <a:buChar char="•"/>
            </a:pPr>
            <a:r>
              <a:rPr lang="en-US" sz="795" dirty="0">
                <a:solidFill>
                  <a:srgbClr val="3F4752"/>
                </a:solidFill>
              </a:rPr>
              <a:t>Invite continued collaboration through ICEG</a:t>
            </a:r>
            <a:endParaRPr lang="en-US" sz="795" dirty="0"/>
          </a:p>
        </p:txBody>
      </p:sp>
      <p:sp>
        <p:nvSpPr>
          <p:cNvPr id="82" name="Shape 38">
            <a:extLst>
              <a:ext uri="{FF2B5EF4-FFF2-40B4-BE49-F238E27FC236}">
                <a16:creationId xmlns:a16="http://schemas.microsoft.com/office/drawing/2014/main" id="{86CE00E4-10D8-A523-C5C1-029E8378CC9C}"/>
              </a:ext>
            </a:extLst>
          </p:cNvPr>
          <p:cNvSpPr/>
          <p:nvPr/>
        </p:nvSpPr>
        <p:spPr>
          <a:xfrm>
            <a:off x="397764" y="4402836"/>
            <a:ext cx="7975854" cy="315468"/>
          </a:xfrm>
          <a:prstGeom prst="roundRect">
            <a:avLst>
              <a:gd name="adj" fmla="val 13043"/>
            </a:avLst>
          </a:prstGeom>
          <a:solidFill>
            <a:srgbClr val="EAF1FC"/>
          </a:solidFill>
          <a:ln w="10160">
            <a:solidFill>
              <a:srgbClr val="D3E2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39">
            <a:extLst>
              <a:ext uri="{FF2B5EF4-FFF2-40B4-BE49-F238E27FC236}">
                <a16:creationId xmlns:a16="http://schemas.microsoft.com/office/drawing/2014/main" id="{44AB5C50-4EE2-B43C-0DB8-B0469C51DD74}"/>
              </a:ext>
            </a:extLst>
          </p:cNvPr>
          <p:cNvSpPr/>
          <p:nvPr/>
        </p:nvSpPr>
        <p:spPr>
          <a:xfrm>
            <a:off x="569214" y="4491990"/>
            <a:ext cx="761238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32" b="1" dirty="0">
                <a:solidFill>
                  <a:srgbClr val="315B7D"/>
                </a:solidFill>
              </a:rPr>
              <a:t>ICEG vision</a:t>
            </a:r>
            <a:r>
              <a:rPr lang="en-US" sz="832" dirty="0">
                <a:solidFill>
                  <a:srgbClr val="364152"/>
                </a:solidFill>
              </a:rPr>
              <a:t>  →  European ambition  →  European framework  →  Flemish translation  →  Practical cases  →  Shared next steps</a:t>
            </a:r>
            <a:endParaRPr lang="en-US" sz="832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B107DC2-1663-6AD0-025B-9E2822019075}"/>
              </a:ext>
            </a:extLst>
          </p:cNvPr>
          <p:cNvSpPr txBox="1"/>
          <p:nvPr/>
        </p:nvSpPr>
        <p:spPr>
          <a:xfrm>
            <a:off x="438912" y="566928"/>
            <a:ext cx="7589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586069"/>
                </a:solidFill>
                <a:latin typeface="Arial"/>
              </a:rPr>
              <a:t>Working proposal to be completed together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B71D640-6C76-4CDE-1E4E-C707800A3CD1}"/>
              </a:ext>
            </a:extLst>
          </p:cNvPr>
          <p:cNvSpPr txBox="1"/>
          <p:nvPr/>
        </p:nvSpPr>
        <p:spPr>
          <a:xfrm>
            <a:off x="420624" y="164592"/>
            <a:ext cx="7863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400" b="1" dirty="0" err="1">
                <a:solidFill>
                  <a:srgbClr val="1F2937"/>
                </a:solidFill>
              </a:rPr>
              <a:t>Proposed</a:t>
            </a:r>
            <a:r>
              <a:rPr lang="en-US" sz="2400" b="1">
                <a:solidFill>
                  <a:srgbClr val="1F2937"/>
                </a:solidFill>
              </a:rPr>
              <a:t> focus per session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57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A1D4D0-B3A4-C141-DC75-5BA53C295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3EB34-1211-38D7-7FD0-7731AF12F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DEDC3F0-CEFE-8DE3-CF6B-B428ADCC41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76014" y="4752000"/>
            <a:ext cx="2141700" cy="273900"/>
          </a:xfrm>
        </p:spPr>
        <p:txBody>
          <a:bodyPr/>
          <a:lstStyle/>
          <a:p>
            <a:r>
              <a:rPr lang="en"/>
              <a:t>ICEG Interoperability Day </a:t>
            </a:r>
            <a:r>
              <a:rPr lang="en" b="1"/>
              <a:t>│</a:t>
            </a:r>
            <a:fld id="{00000000-1234-1234-1234-123412341234}" type="slidenum">
              <a:rPr lang="en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26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883FFD-9C4C-382C-93BC-22CBC1BFF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FE896-690E-BF64-8756-881545ECF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F42D1F5-461A-DB3A-F3CB-6DDFF52EBD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76014" y="4752000"/>
            <a:ext cx="2141700" cy="273900"/>
          </a:xfrm>
        </p:spPr>
        <p:txBody>
          <a:bodyPr/>
          <a:lstStyle/>
          <a:p>
            <a:r>
              <a:rPr lang="en"/>
              <a:t>ICEG Interoperability Day </a:t>
            </a:r>
            <a:r>
              <a:rPr lang="en" b="1"/>
              <a:t>│</a:t>
            </a:r>
            <a:fld id="{00000000-1234-1234-1234-123412341234}" type="slidenum">
              <a:rPr lang="en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05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19214F-5740-98E1-6939-3F633D12BC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"/>
              <a:t>ICEG Interoperability Day </a:t>
            </a:r>
            <a:r>
              <a:rPr lang="en" b="1"/>
              <a:t>│</a:t>
            </a:r>
            <a:fld id="{00000000-1234-1234-1234-123412341234}" type="slidenum">
              <a:rPr lang="en"/>
              <a:pPr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3B0EDE-092E-E0C0-D0A1-C0F5F2B73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09457-1BA2-731F-F75E-20DCE32E7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68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AD5EDA-8BA5-7EC0-9386-68889E201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7D182-CEA7-A06A-E7A4-0E460D826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0CB5140E-A886-B953-2DA2-5B3605BD7E4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76014" y="4752000"/>
            <a:ext cx="2141700" cy="273900"/>
          </a:xfrm>
        </p:spPr>
        <p:txBody>
          <a:bodyPr/>
          <a:lstStyle/>
          <a:p>
            <a:r>
              <a:rPr lang="en"/>
              <a:t>ICEG Interoperability Day </a:t>
            </a:r>
            <a:r>
              <a:rPr lang="en" b="1"/>
              <a:t>│</a:t>
            </a:r>
            <a:fld id="{00000000-1234-1234-1234-123412341234}" type="slidenum">
              <a:rPr lang="en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4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733137-9158-7A25-66B5-D87D01D7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Hydrants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870A5CEA-AD1D-6735-075A-C12A099B601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76014" y="4752000"/>
            <a:ext cx="2141700" cy="273900"/>
          </a:xfrm>
        </p:spPr>
        <p:txBody>
          <a:bodyPr/>
          <a:lstStyle/>
          <a:p>
            <a:r>
              <a:rPr lang="en"/>
              <a:t>ICEG Interoperability Day </a:t>
            </a:r>
            <a:r>
              <a:rPr lang="en" b="1"/>
              <a:t>│</a:t>
            </a:r>
            <a:fld id="{00000000-1234-1234-1234-123412341234}" type="slidenum">
              <a:rPr lang="en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34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5474E-D21C-0263-4294-797651EBC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F8287C-4986-834A-66E9-7CB8C8CB9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C228D-7BFB-0372-B568-D607B3447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91545A94-47D5-1BE4-400A-C63D1B3161D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76014" y="4752000"/>
            <a:ext cx="2141700" cy="273900"/>
          </a:xfrm>
        </p:spPr>
        <p:txBody>
          <a:bodyPr/>
          <a:lstStyle/>
          <a:p>
            <a:r>
              <a:rPr lang="en"/>
              <a:t>ICEG Interoperability Day </a:t>
            </a:r>
            <a:r>
              <a:rPr lang="en" b="1"/>
              <a:t>│</a:t>
            </a:r>
            <a:fld id="{00000000-1234-1234-1234-123412341234}" type="slidenum">
              <a:rPr lang="en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402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4D2E8-A479-8F94-9C78-1B09B064B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48E0D5-B89F-7D3F-C4D2-3B35CBFEE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IMKL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F2108-2021-F4B4-55DB-B449C0422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1680B03-C970-FECA-951C-46A4191494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76014" y="4752000"/>
            <a:ext cx="2141700" cy="273900"/>
          </a:xfrm>
        </p:spPr>
        <p:txBody>
          <a:bodyPr/>
          <a:lstStyle/>
          <a:p>
            <a:r>
              <a:rPr lang="en"/>
              <a:t>ICEG Interoperability Day </a:t>
            </a:r>
            <a:r>
              <a:rPr lang="en" b="1"/>
              <a:t>│</a:t>
            </a:r>
            <a:fld id="{00000000-1234-1234-1234-123412341234}" type="slidenum">
              <a:rPr lang="en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760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980A80-D7B5-41E9-F4DA-56A6E277C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D434E-5FBA-66AC-D726-584FABBBA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4341"/>
      </p:ext>
    </p:extLst>
  </p:cSld>
  <p:clrMapOvr>
    <a:masterClrMapping/>
  </p:clrMapOvr>
</p:sld>
</file>

<file path=ppt/theme/theme1.xml><?xml version="1.0" encoding="utf-8"?>
<a:theme xmlns:a="http://schemas.openxmlformats.org/drawingml/2006/main" name="Digitaal Vlaanderen 2022 - Calibri - Algemeen">
  <a:themeElements>
    <a:clrScheme name="Digitaal Vlaanderen">
      <a:dk1>
        <a:srgbClr val="3C3D3C"/>
      </a:dk1>
      <a:lt1>
        <a:sysClr val="window" lastClr="FFFFFF"/>
      </a:lt1>
      <a:dk2>
        <a:srgbClr val="6D6E6D"/>
      </a:dk2>
      <a:lt2>
        <a:srgbClr val="F6F5F3"/>
      </a:lt2>
      <a:accent1>
        <a:srgbClr val="FFEB00"/>
      </a:accent1>
      <a:accent2>
        <a:srgbClr val="9D9E9D"/>
      </a:accent2>
      <a:accent3>
        <a:srgbClr val="FFF57F"/>
      </a:accent3>
      <a:accent4>
        <a:srgbClr val="2B979D"/>
      </a:accent4>
      <a:accent5>
        <a:srgbClr val="CECECE"/>
      </a:accent5>
      <a:accent6>
        <a:srgbClr val="FFFABF"/>
      </a:accent6>
      <a:hlink>
        <a:srgbClr val="3C96BE"/>
      </a:hlink>
      <a:folHlink>
        <a:srgbClr val="AA78AA"/>
      </a:folHlink>
    </a:clrScheme>
    <a:fontScheme name="Aangepast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solidFill>
              <a:schemeClr val="tx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41275" cap="rnd">
          <a:solidFill>
            <a:schemeClr val="tx2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e_DigitaalVlaanderen_Calibri.potx" id="{C6495B09-771B-4E7F-B70A-BDD84635ED6B}" vid="{08812236-2AEC-45A8-968B-C45F367DB1ED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landersArtSans-Regular"/>
            <a:ea typeface="FlandersArtSans-Regular"/>
            <a:cs typeface="FlandersArtSans-Regular"/>
            <a:sym typeface="FlandersArtSans-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landersArtSans-Regular"/>
            <a:ea typeface="FlandersArtSans-Regular"/>
            <a:cs typeface="FlandersArtSans-Regular"/>
            <a:sym typeface="FlandersArtSans-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igitaal Vlaanderen">
    <a:dk1>
      <a:srgbClr val="3C3D3C"/>
    </a:dk1>
    <a:lt1>
      <a:sysClr val="window" lastClr="FFFFFF"/>
    </a:lt1>
    <a:dk2>
      <a:srgbClr val="6D6E6D"/>
    </a:dk2>
    <a:lt2>
      <a:srgbClr val="F6F5F3"/>
    </a:lt2>
    <a:accent1>
      <a:srgbClr val="FFEB00"/>
    </a:accent1>
    <a:accent2>
      <a:srgbClr val="9D9E9D"/>
    </a:accent2>
    <a:accent3>
      <a:srgbClr val="FFF57F"/>
    </a:accent3>
    <a:accent4>
      <a:srgbClr val="2B979D"/>
    </a:accent4>
    <a:accent5>
      <a:srgbClr val="CECECE"/>
    </a:accent5>
    <a:accent6>
      <a:srgbClr val="FFFABF"/>
    </a:accent6>
    <a:hlink>
      <a:srgbClr val="3C96BE"/>
    </a:hlink>
    <a:folHlink>
      <a:srgbClr val="AA78AA"/>
    </a:folHlink>
  </a:clrScheme>
</a:themeOverride>
</file>

<file path=ppt/theme/themeOverride2.xml><?xml version="1.0" encoding="utf-8"?>
<a:themeOverride xmlns:a="http://schemas.openxmlformats.org/drawingml/2006/main">
  <a:clrScheme name="Digitaal Vlaanderen">
    <a:dk1>
      <a:srgbClr val="3C3D3C"/>
    </a:dk1>
    <a:lt1>
      <a:sysClr val="window" lastClr="FFFFFF"/>
    </a:lt1>
    <a:dk2>
      <a:srgbClr val="6D6E6D"/>
    </a:dk2>
    <a:lt2>
      <a:srgbClr val="F6F5F3"/>
    </a:lt2>
    <a:accent1>
      <a:srgbClr val="FFEB00"/>
    </a:accent1>
    <a:accent2>
      <a:srgbClr val="9D9E9D"/>
    </a:accent2>
    <a:accent3>
      <a:srgbClr val="FFF57F"/>
    </a:accent3>
    <a:accent4>
      <a:srgbClr val="2B979D"/>
    </a:accent4>
    <a:accent5>
      <a:srgbClr val="CECECE"/>
    </a:accent5>
    <a:accent6>
      <a:srgbClr val="FFFABF"/>
    </a:accent6>
    <a:hlink>
      <a:srgbClr val="3C96BE"/>
    </a:hlink>
    <a:folHlink>
      <a:srgbClr val="AA78AA"/>
    </a:folHlink>
  </a:clrScheme>
</a:themeOverride>
</file>

<file path=ppt/theme/themeOverride3.xml><?xml version="1.0" encoding="utf-8"?>
<a:themeOverride xmlns:a="http://schemas.openxmlformats.org/drawingml/2006/main">
  <a:clrScheme name="Digitaal Vlaanderen">
    <a:dk1>
      <a:srgbClr val="3C3D3C"/>
    </a:dk1>
    <a:lt1>
      <a:sysClr val="window" lastClr="FFFFFF"/>
    </a:lt1>
    <a:dk2>
      <a:srgbClr val="6D6E6D"/>
    </a:dk2>
    <a:lt2>
      <a:srgbClr val="F6F5F3"/>
    </a:lt2>
    <a:accent1>
      <a:srgbClr val="FFEB00"/>
    </a:accent1>
    <a:accent2>
      <a:srgbClr val="9D9E9D"/>
    </a:accent2>
    <a:accent3>
      <a:srgbClr val="FFF57F"/>
    </a:accent3>
    <a:accent4>
      <a:srgbClr val="2B979D"/>
    </a:accent4>
    <a:accent5>
      <a:srgbClr val="CECECE"/>
    </a:accent5>
    <a:accent6>
      <a:srgbClr val="FFFABF"/>
    </a:accent6>
    <a:hlink>
      <a:srgbClr val="3C96BE"/>
    </a:hlink>
    <a:folHlink>
      <a:srgbClr val="AA78AA"/>
    </a:folHlink>
  </a:clrScheme>
</a:themeOverride>
</file>

<file path=ppt/theme/themeOverride4.xml><?xml version="1.0" encoding="utf-8"?>
<a:themeOverride xmlns:a="http://schemas.openxmlformats.org/drawingml/2006/main">
  <a:clrScheme name="Default">
    <a:dk1>
      <a:srgbClr val="000000"/>
    </a:dk1>
    <a:lt1>
      <a:srgbClr val="FFFFFF"/>
    </a:lt1>
    <a:dk2>
      <a:srgbClr val="A7A7A7"/>
    </a:dk2>
    <a:lt2>
      <a:srgbClr val="535353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FF00F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0063_bw3 xmlns="d8af5a5f-e2e6-468c-9f28-f81d99523fed">
      <UserInfo>
        <DisplayName/>
        <AccountId xsi:nil="true"/>
        <AccountType/>
      </UserInfo>
    </_x0063_bw3>
    <y2ot xmlns="d8af5a5f-e2e6-468c-9f28-f81d99523fed" xsi:nil="true"/>
    <Comment xmlns="d8af5a5f-e2e6-468c-9f28-f81d99523fed" xsi:nil="true"/>
    <lcf76f155ced4ddcb4097134ff3c332f xmlns="d8af5a5f-e2e6-468c-9f28-f81d99523fed">
      <Terms xmlns="http://schemas.microsoft.com/office/infopath/2007/PartnerControls"/>
    </lcf76f155ced4ddcb4097134ff3c332f>
    <TaxCatchAll xmlns="9a9ec0f0-7796-43d0-ac1f-4c8c46ee0bd1" xsi:nil="true"/>
    <SharedWithUsers xmlns="abd5de4e-6ecd-4522-a9f4-1c24c7648312">
      <UserInfo>
        <DisplayName>Feremans Vincent</DisplayName>
        <AccountId>4885</AccountId>
        <AccountType/>
      </UserInfo>
      <UserInfo>
        <DisplayName>Dassonneville Yaron</DisplayName>
        <AccountId>4527</AccountId>
        <AccountType/>
      </UserInfo>
      <UserInfo>
        <DisplayName>Van der Haegen Liesbeth</DisplayName>
        <AccountId>4362</AccountId>
        <AccountType/>
      </UserInfo>
      <UserInfo>
        <DisplayName>Bahim Christophe</DisplayName>
        <AccountId>4932</AccountId>
        <AccountType/>
      </UserInfo>
      <UserInfo>
        <DisplayName>Vlassenroot Eveline</DisplayName>
        <AccountId>1524</AccountId>
        <AccountType/>
      </UserInfo>
      <UserInfo>
        <DisplayName>Buyle Raf</DisplayName>
        <AccountId>172</AccountId>
        <AccountType/>
      </UserInfo>
      <UserInfo>
        <DisplayName>Vercauteren Laurens</DisplayName>
        <AccountId>2318</AccountId>
        <AccountType/>
      </UserInfo>
      <UserInfo>
        <DisplayName>Tulpinck Mathieu</DisplayName>
        <AccountId>5899</AccountId>
        <AccountType/>
      </UserInfo>
      <UserInfo>
        <DisplayName>Van Compernolle Mathias</DisplayName>
        <AccountId>4523</AccountId>
        <AccountType/>
      </UserInfo>
      <UserInfo>
        <DisplayName>Thijs Geert</DisplayName>
        <AccountId>120</AccountId>
        <AccountType/>
      </UserInfo>
      <UserInfo>
        <DisplayName>Van De Kerchove Ivy</DisplayName>
        <AccountId>2450</AccountId>
        <AccountType/>
      </UserInfo>
      <UserInfo>
        <DisplayName>De Cock Jitse</DisplayName>
        <AccountId>3519</AccountId>
        <AccountType/>
      </UserInfo>
      <UserInfo>
        <DisplayName>Van Nuffelen Bert</DisplayName>
        <AccountId>804</AccountId>
        <AccountType/>
      </UserInfo>
      <UserInfo>
        <DisplayName>Liesbet D'hondt (BOSA)</DisplayName>
        <AccountId>3253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2FA61B056BF04BB41EAF8746BED8CA" ma:contentTypeVersion="26" ma:contentTypeDescription="Create a new document." ma:contentTypeScope="" ma:versionID="5b46d1e0e923e78de7890957648965aa">
  <xsd:schema xmlns:xsd="http://www.w3.org/2001/XMLSchema" xmlns:xs="http://www.w3.org/2001/XMLSchema" xmlns:p="http://schemas.microsoft.com/office/2006/metadata/properties" xmlns:ns1="http://schemas.microsoft.com/sharepoint/v3" xmlns:ns2="abd5de4e-6ecd-4522-a9f4-1c24c7648312" xmlns:ns3="d8af5a5f-e2e6-468c-9f28-f81d99523fed" xmlns:ns4="9a9ec0f0-7796-43d0-ac1f-4c8c46ee0bd1" targetNamespace="http://schemas.microsoft.com/office/2006/metadata/properties" ma:root="true" ma:fieldsID="2e65deb4faa8d36362f14ecea5093b3b" ns1:_="" ns2:_="" ns3:_="" ns4:_="">
    <xsd:import namespace="http://schemas.microsoft.com/sharepoint/v3"/>
    <xsd:import namespace="abd5de4e-6ecd-4522-a9f4-1c24c7648312"/>
    <xsd:import namespace="d8af5a5f-e2e6-468c-9f28-f81d99523fed"/>
    <xsd:import namespace="9a9ec0f0-7796-43d0-ac1f-4c8c46ee0bd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Comment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y2ot" minOccurs="0"/>
                <xsd:element ref="ns3:_x0063_bw3" minOccurs="0"/>
                <xsd:element ref="ns3:MediaLengthInSeconds" minOccurs="0"/>
                <xsd:element ref="ns4:TaxCatchAll" minOccurs="0"/>
                <xsd:element ref="ns3:lcf76f155ced4ddcb4097134ff3c332f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d5de4e-6ecd-4522-a9f4-1c24c764831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af5a5f-e2e6-468c-9f28-f81d99523f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MediaServiceLocation" ma:internalName="MediaServiceLocation" ma:readOnly="true">
      <xsd:simpleType>
        <xsd:restriction base="dms:Text"/>
      </xsd:simpleType>
    </xsd:element>
    <xsd:element name="Comment" ma:index="16" nillable="true" ma:displayName="Comment" ma:description="Een woordje uitleg" ma:format="Dropdown" ma:internalName="Comment">
      <xsd:simpleType>
        <xsd:restriction base="dms:Text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y2ot" ma:index="21" nillable="true" ma:displayName="Date and Time" ma:internalName="y2ot">
      <xsd:simpleType>
        <xsd:restriction base="dms:DateTime"/>
      </xsd:simpleType>
    </xsd:element>
    <xsd:element name="_x0063_bw3" ma:index="22" nillable="true" ma:displayName="Person or Group" ma:list="UserInfo" ma:internalName="_x0063_bw3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49ca8161-7180-459b-a0ef-1a71cf6ffe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9ec0f0-7796-43d0-ac1f-4c8c46ee0bd1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c543d004-bb2f-4815-a5c5-8aeef379c125}" ma:internalName="TaxCatchAll" ma:showField="CatchAllData" ma:web="abd5de4e-6ecd-4522-a9f4-1c24c764831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66617D-0389-4682-8986-EEFD1F67AF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7300C8-CFC5-4BAA-A080-49F5FEAB9CB4}">
  <ds:schemaRefs>
    <ds:schemaRef ds:uri="http://schemas.microsoft.com/office/2006/documentManagement/types"/>
    <ds:schemaRef ds:uri="http://purl.org/dc/dcmitype/"/>
    <ds:schemaRef ds:uri="http://purl.org/dc/terms/"/>
    <ds:schemaRef ds:uri="abd5de4e-6ecd-4522-a9f4-1c24c7648312"/>
    <ds:schemaRef ds:uri="9a9ec0f0-7796-43d0-ac1f-4c8c46ee0bd1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d8af5a5f-e2e6-468c-9f28-f81d99523fed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4079B55B-E27F-4783-A002-4780A784D8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bd5de4e-6ecd-4522-a9f4-1c24c7648312"/>
    <ds:schemaRef ds:uri="d8af5a5f-e2e6-468c-9f28-f81d99523fed"/>
    <ds:schemaRef ds:uri="9a9ec0f0-7796-43d0-ac1f-4c8c46ee0b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5002e11-0099-4554-b354-307101d415d8}" enabled="1" method="Standard" siteId="{0c0338a6-9561-4ee8-b8d6-4e89cbd520a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383</Words>
  <Application>Microsoft Office PowerPoint</Application>
  <PresentationFormat>Diavoorstelling (16:9)</PresentationFormat>
  <Paragraphs>95</Paragraphs>
  <Slides>12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9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12</vt:i4>
      </vt:variant>
    </vt:vector>
  </HeadingPairs>
  <TitlesOfParts>
    <vt:vector size="23" baseType="lpstr">
      <vt:lpstr>Flanders Art Sans</vt:lpstr>
      <vt:lpstr>FlandersArtSans-Regular</vt:lpstr>
      <vt:lpstr>Arial</vt:lpstr>
      <vt:lpstr>Wingdings</vt:lpstr>
      <vt:lpstr>Calibri</vt:lpstr>
      <vt:lpstr>Flanders Art Sans Bold</vt:lpstr>
      <vt:lpstr>Helvetica</vt:lpstr>
      <vt:lpstr>Open Sans</vt:lpstr>
      <vt:lpstr>Calibri Light</vt:lpstr>
      <vt:lpstr>Digitaal Vlaanderen 2022 - Calibri - Algemeen</vt:lpstr>
      <vt:lpstr>Default</vt:lpstr>
      <vt:lpstr>Agenda ICEG Interop Summit 2026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Hydrants</vt:lpstr>
      <vt:lpstr>Person</vt:lpstr>
      <vt:lpstr>IMKL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Inkantelen OSLO standaarden in ICEG 2023</dc:title>
  <dc:creator/>
  <cp:lastModifiedBy>Vlassenroot Eveline</cp:lastModifiedBy>
  <cp:revision>586</cp:revision>
  <dcterms:modified xsi:type="dcterms:W3CDTF">2026-10-20T07:53:16Z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0x0101007D2FA61B056BF04BB41EAF8746BED8CA</vt:lpwstr>
  </property>
  <property fmtid="{D5CDD505-2E9C-101B-9397-08002B2CF9AE}" pid="3" name="MediaServiceImageTags">
    <vt:lpwstr/>
  </property>
</Properties>
</file>